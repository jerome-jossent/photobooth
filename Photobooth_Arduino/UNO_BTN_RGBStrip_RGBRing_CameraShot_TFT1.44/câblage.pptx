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906000" cy="6858000" type="A4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16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45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97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66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4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0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86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97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658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1630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505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555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D91E7-475F-44EA-9C5C-5B79E6381259}" type="datetimeFigureOut">
              <a:rPr lang="fr-FR" smtClean="0"/>
              <a:t>28/04/2026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CDD6A-4814-4245-90E6-5949C6B0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214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oupe 337">
            <a:extLst>
              <a:ext uri="{FF2B5EF4-FFF2-40B4-BE49-F238E27FC236}">
                <a16:creationId xmlns:a16="http://schemas.microsoft.com/office/drawing/2014/main" id="{C0835FFE-EACB-E3EA-8CFE-283F265FE39C}"/>
              </a:ext>
            </a:extLst>
          </p:cNvPr>
          <p:cNvGrpSpPr/>
          <p:nvPr/>
        </p:nvGrpSpPr>
        <p:grpSpPr>
          <a:xfrm>
            <a:off x="1938889" y="1767391"/>
            <a:ext cx="5697139" cy="3076139"/>
            <a:chOff x="1938889" y="1767391"/>
            <a:chExt cx="5697139" cy="3076139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AE1A7999-4467-ED32-DC6D-E106F5FBD3D9}"/>
                </a:ext>
              </a:extLst>
            </p:cNvPr>
            <p:cNvGrpSpPr/>
            <p:nvPr/>
          </p:nvGrpSpPr>
          <p:grpSpPr>
            <a:xfrm>
              <a:off x="5826897" y="3419862"/>
              <a:ext cx="1801988" cy="260876"/>
              <a:chOff x="5424047" y="3954745"/>
              <a:chExt cx="2402650" cy="347835"/>
            </a:xfrm>
          </p:grpSpPr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04C1CCF-9D57-042B-BEE6-32B5644F8348}"/>
                  </a:ext>
                </a:extLst>
              </p:cNvPr>
              <p:cNvSpPr txBox="1"/>
              <p:nvPr/>
            </p:nvSpPr>
            <p:spPr>
              <a:xfrm>
                <a:off x="5837118" y="3993217"/>
                <a:ext cx="198957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Bande 120 </a:t>
                </a:r>
                <a:r>
                  <a:rPr lang="fr-FR" sz="1350" dirty="0" err="1"/>
                  <a:t>leds</a:t>
                </a:r>
                <a:r>
                  <a:rPr lang="fr-FR" sz="1350" dirty="0"/>
                  <a:t> RGB</a:t>
                </a:r>
              </a:p>
            </p:txBody>
          </p: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EF0062E3-ADC7-00F5-A321-3CA293131D9D}"/>
                  </a:ext>
                </a:extLst>
              </p:cNvPr>
              <p:cNvSpPr/>
              <p:nvPr/>
            </p:nvSpPr>
            <p:spPr>
              <a:xfrm>
                <a:off x="5424047" y="3984771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D4A00C5-28A5-624B-F2C5-92324BC6D565}"/>
                  </a:ext>
                </a:extLst>
              </p:cNvPr>
              <p:cNvSpPr txBox="1"/>
              <p:nvPr/>
            </p:nvSpPr>
            <p:spPr>
              <a:xfrm>
                <a:off x="5531254" y="3954745"/>
                <a:ext cx="19663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Alim +</a:t>
                </a:r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44D71D23-E704-1ADB-9385-CCE5B6984E32}"/>
                  </a:ext>
                </a:extLst>
              </p:cNvPr>
              <p:cNvSpPr/>
              <p:nvPr/>
            </p:nvSpPr>
            <p:spPr>
              <a:xfrm>
                <a:off x="5424047" y="4069409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91EE2AB-FFB6-05A7-ADD9-DAF478B47339}"/>
                  </a:ext>
                </a:extLst>
              </p:cNvPr>
              <p:cNvSpPr txBox="1"/>
              <p:nvPr/>
            </p:nvSpPr>
            <p:spPr>
              <a:xfrm>
                <a:off x="5531254" y="4039384"/>
                <a:ext cx="18167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Alim -</a:t>
                </a:r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741C355A-0E6E-566E-3531-D200644648AE}"/>
                  </a:ext>
                </a:extLst>
              </p:cNvPr>
              <p:cNvSpPr/>
              <p:nvPr/>
            </p:nvSpPr>
            <p:spPr>
              <a:xfrm>
                <a:off x="5424047" y="4154047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2ABCCD3-F3C4-D5D1-398A-DF866E7D9925}"/>
                  </a:ext>
                </a:extLst>
              </p:cNvPr>
              <p:cNvSpPr txBox="1"/>
              <p:nvPr/>
            </p:nvSpPr>
            <p:spPr>
              <a:xfrm>
                <a:off x="5531254" y="4120847"/>
                <a:ext cx="277853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commun</a:t>
                </a:r>
              </a:p>
            </p:txBody>
          </p: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7849ABE8-EAFA-970B-E05F-C982633D6C11}"/>
                  </a:ext>
                </a:extLst>
              </p:cNvPr>
              <p:cNvSpPr/>
              <p:nvPr/>
            </p:nvSpPr>
            <p:spPr>
              <a:xfrm>
                <a:off x="5424047" y="4238685"/>
                <a:ext cx="49770" cy="4571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5C1C7C5B-20E6-6B01-912C-C19916D39401}"/>
                  </a:ext>
                </a:extLst>
              </p:cNvPr>
              <p:cNvSpPr txBox="1"/>
              <p:nvPr/>
            </p:nvSpPr>
            <p:spPr>
              <a:xfrm>
                <a:off x="5531254" y="4210247"/>
                <a:ext cx="14533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Data</a:t>
                </a:r>
              </a:p>
            </p:txBody>
          </p:sp>
        </p:grpSp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C00869E5-6823-9DAD-0063-340A5448650B}"/>
                </a:ext>
              </a:extLst>
            </p:cNvPr>
            <p:cNvGrpSpPr/>
            <p:nvPr/>
          </p:nvGrpSpPr>
          <p:grpSpPr>
            <a:xfrm>
              <a:off x="5826898" y="3770755"/>
              <a:ext cx="1809130" cy="260876"/>
              <a:chOff x="5424047" y="3954745"/>
              <a:chExt cx="2412173" cy="347835"/>
            </a:xfrm>
          </p:grpSpPr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FD9CF9FC-AE1C-05F1-969F-D14F97D70CD1}"/>
                  </a:ext>
                </a:extLst>
              </p:cNvPr>
              <p:cNvSpPr txBox="1"/>
              <p:nvPr/>
            </p:nvSpPr>
            <p:spPr>
              <a:xfrm>
                <a:off x="5846642" y="3993217"/>
                <a:ext cx="19895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Anneau 24 </a:t>
                </a:r>
                <a:r>
                  <a:rPr lang="fr-FR" sz="1350" dirty="0" err="1"/>
                  <a:t>leds</a:t>
                </a:r>
                <a:r>
                  <a:rPr lang="fr-FR" sz="1350" dirty="0"/>
                  <a:t> RGB</a:t>
                </a:r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2E565BFD-3F6F-6531-01A3-6A1AC0FBF746}"/>
                  </a:ext>
                </a:extLst>
              </p:cNvPr>
              <p:cNvSpPr/>
              <p:nvPr/>
            </p:nvSpPr>
            <p:spPr>
              <a:xfrm>
                <a:off x="5424047" y="3984771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7D15AE66-B378-6769-AA6A-F8FE58691F05}"/>
                  </a:ext>
                </a:extLst>
              </p:cNvPr>
              <p:cNvSpPr txBox="1"/>
              <p:nvPr/>
            </p:nvSpPr>
            <p:spPr>
              <a:xfrm>
                <a:off x="5531254" y="3954745"/>
                <a:ext cx="19663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Alim +</a:t>
                </a:r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5FC7C86D-8C2F-1CC2-91E1-714CCEE74D79}"/>
                  </a:ext>
                </a:extLst>
              </p:cNvPr>
              <p:cNvSpPr/>
              <p:nvPr/>
            </p:nvSpPr>
            <p:spPr>
              <a:xfrm>
                <a:off x="5424047" y="4069409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9873B82A-0168-8927-0826-62879FB01215}"/>
                  </a:ext>
                </a:extLst>
              </p:cNvPr>
              <p:cNvSpPr txBox="1"/>
              <p:nvPr/>
            </p:nvSpPr>
            <p:spPr>
              <a:xfrm>
                <a:off x="5531254" y="4039384"/>
                <a:ext cx="18167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Alim -</a:t>
                </a:r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44E101FA-C3C3-A2C9-4821-790337CBD6EE}"/>
                  </a:ext>
                </a:extLst>
              </p:cNvPr>
              <p:cNvSpPr/>
              <p:nvPr/>
            </p:nvSpPr>
            <p:spPr>
              <a:xfrm>
                <a:off x="5424047" y="4154047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D7DDFFB8-E932-4436-E0AB-3E60B2FE2A11}"/>
                  </a:ext>
                </a:extLst>
              </p:cNvPr>
              <p:cNvSpPr txBox="1"/>
              <p:nvPr/>
            </p:nvSpPr>
            <p:spPr>
              <a:xfrm>
                <a:off x="5531254" y="4120847"/>
                <a:ext cx="277853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commun</a:t>
                </a: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4C14147C-B2AB-38EA-5196-567C539A206A}"/>
                  </a:ext>
                </a:extLst>
              </p:cNvPr>
              <p:cNvSpPr/>
              <p:nvPr/>
            </p:nvSpPr>
            <p:spPr>
              <a:xfrm>
                <a:off x="5424047" y="4238685"/>
                <a:ext cx="49770" cy="4571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74AD759A-3BD1-4416-2014-4DBFBDF88DBB}"/>
                  </a:ext>
                </a:extLst>
              </p:cNvPr>
              <p:cNvSpPr txBox="1"/>
              <p:nvPr/>
            </p:nvSpPr>
            <p:spPr>
              <a:xfrm>
                <a:off x="5531254" y="4210247"/>
                <a:ext cx="14533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Data</a:t>
                </a: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CCCA7AA7-60EC-BC69-F723-5294743FE5B2}"/>
                </a:ext>
              </a:extLst>
            </p:cNvPr>
            <p:cNvGrpSpPr/>
            <p:nvPr/>
          </p:nvGrpSpPr>
          <p:grpSpPr>
            <a:xfrm>
              <a:off x="5826901" y="4130992"/>
              <a:ext cx="850439" cy="260876"/>
              <a:chOff x="5424047" y="3954745"/>
              <a:chExt cx="1133918" cy="347835"/>
            </a:xfrm>
          </p:grpSpPr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01CE78D0-D92A-3B02-122B-45FB56EEB949}"/>
                  </a:ext>
                </a:extLst>
              </p:cNvPr>
              <p:cNvSpPr txBox="1"/>
              <p:nvPr/>
            </p:nvSpPr>
            <p:spPr>
              <a:xfrm>
                <a:off x="5853002" y="3993217"/>
                <a:ext cx="70496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Bouton</a:t>
                </a: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4914F584-45B1-0B19-D542-0DAEE9A95A18}"/>
                  </a:ext>
                </a:extLst>
              </p:cNvPr>
              <p:cNvSpPr/>
              <p:nvPr/>
            </p:nvSpPr>
            <p:spPr>
              <a:xfrm>
                <a:off x="5424047" y="3984771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12ACF9E2-EF83-DCB8-9F43-B9009B9D9CA9}"/>
                  </a:ext>
                </a:extLst>
              </p:cNvPr>
              <p:cNvSpPr txBox="1"/>
              <p:nvPr/>
            </p:nvSpPr>
            <p:spPr>
              <a:xfrm>
                <a:off x="5531254" y="3954745"/>
                <a:ext cx="303501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 err="1"/>
                  <a:t>Led</a:t>
                </a:r>
                <a:r>
                  <a:rPr lang="fr-FR" sz="450" dirty="0"/>
                  <a:t> 12V +</a:t>
                </a: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D0E98C18-C308-3354-926F-08D2A947B345}"/>
                  </a:ext>
                </a:extLst>
              </p:cNvPr>
              <p:cNvSpPr/>
              <p:nvPr/>
            </p:nvSpPr>
            <p:spPr>
              <a:xfrm>
                <a:off x="5424047" y="4069409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E89C6F24-DCC7-38E1-CFD8-2F3536D93771}"/>
                  </a:ext>
                </a:extLst>
              </p:cNvPr>
              <p:cNvSpPr txBox="1"/>
              <p:nvPr/>
            </p:nvSpPr>
            <p:spPr>
              <a:xfrm>
                <a:off x="5531254" y="4039384"/>
                <a:ext cx="288541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 err="1"/>
                  <a:t>Led</a:t>
                </a:r>
                <a:r>
                  <a:rPr lang="fr-FR" sz="450" dirty="0"/>
                  <a:t> 12V -</a:t>
                </a:r>
              </a:p>
            </p:txBody>
          </p: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2DEEEB6C-0004-0638-2CC8-5B127437079C}"/>
                  </a:ext>
                </a:extLst>
              </p:cNvPr>
              <p:cNvSpPr/>
              <p:nvPr/>
            </p:nvSpPr>
            <p:spPr>
              <a:xfrm>
                <a:off x="5424047" y="4154047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657F8F91-EAA1-F81D-A49E-665B4BBA26CB}"/>
                  </a:ext>
                </a:extLst>
              </p:cNvPr>
              <p:cNvSpPr txBox="1"/>
              <p:nvPr/>
            </p:nvSpPr>
            <p:spPr>
              <a:xfrm>
                <a:off x="5531254" y="4120847"/>
                <a:ext cx="30136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Contact B</a:t>
                </a:r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4E85D194-9273-37D8-2406-91BCB66159AC}"/>
                  </a:ext>
                </a:extLst>
              </p:cNvPr>
              <p:cNvSpPr/>
              <p:nvPr/>
            </p:nvSpPr>
            <p:spPr>
              <a:xfrm>
                <a:off x="5424047" y="4238685"/>
                <a:ext cx="49770" cy="4571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E5C6C964-9AFE-3144-E80D-F9B8F6958B5D}"/>
                  </a:ext>
                </a:extLst>
              </p:cNvPr>
              <p:cNvSpPr txBox="1"/>
              <p:nvPr/>
            </p:nvSpPr>
            <p:spPr>
              <a:xfrm>
                <a:off x="5531254" y="4210247"/>
                <a:ext cx="303501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Contact A</a:t>
                </a:r>
              </a:p>
            </p:txBody>
          </p:sp>
        </p:grpSp>
        <p:grpSp>
          <p:nvGrpSpPr>
            <p:cNvPr id="66" name="Groupe 65">
              <a:extLst>
                <a:ext uri="{FF2B5EF4-FFF2-40B4-BE49-F238E27FC236}">
                  <a16:creationId xmlns:a16="http://schemas.microsoft.com/office/drawing/2014/main" id="{34094870-9E12-2D5F-50BC-430990227A58}"/>
                </a:ext>
              </a:extLst>
            </p:cNvPr>
            <p:cNvGrpSpPr/>
            <p:nvPr/>
          </p:nvGrpSpPr>
          <p:grpSpPr>
            <a:xfrm>
              <a:off x="5826899" y="1767391"/>
              <a:ext cx="1757693" cy="702365"/>
              <a:chOff x="5424047" y="1560284"/>
              <a:chExt cx="2343590" cy="936486"/>
            </a:xfrm>
          </p:grpSpPr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4B7D593-8A96-D4B8-C9C2-0019AF67368D}"/>
                  </a:ext>
                </a:extLst>
              </p:cNvPr>
              <p:cNvSpPr txBox="1"/>
              <p:nvPr/>
            </p:nvSpPr>
            <p:spPr>
              <a:xfrm>
                <a:off x="5846478" y="1876552"/>
                <a:ext cx="192115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Ecran 128xRGBx128</a:t>
                </a:r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384B4BDB-45E6-B4D0-B5C7-E29858450C07}"/>
                  </a:ext>
                </a:extLst>
              </p:cNvPr>
              <p:cNvSpPr/>
              <p:nvPr/>
            </p:nvSpPr>
            <p:spPr>
              <a:xfrm>
                <a:off x="5424047" y="1590310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5419882B-D3F0-740E-04EE-CAC637BED34C}"/>
                  </a:ext>
                </a:extLst>
              </p:cNvPr>
              <p:cNvSpPr txBox="1"/>
              <p:nvPr/>
            </p:nvSpPr>
            <p:spPr>
              <a:xfrm>
                <a:off x="5531254" y="1560284"/>
                <a:ext cx="8121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5V</a:t>
                </a: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9BEC8D50-1BFC-CEB5-9ED4-993BE54A4F52}"/>
                  </a:ext>
                </a:extLst>
              </p:cNvPr>
              <p:cNvSpPr/>
              <p:nvPr/>
            </p:nvSpPr>
            <p:spPr>
              <a:xfrm>
                <a:off x="5424047" y="1674948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8CF35E69-917C-9659-FE33-9449CB15FA10}"/>
                  </a:ext>
                </a:extLst>
              </p:cNvPr>
              <p:cNvSpPr txBox="1"/>
              <p:nvPr/>
            </p:nvSpPr>
            <p:spPr>
              <a:xfrm>
                <a:off x="5531254" y="1644923"/>
                <a:ext cx="14533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GND</a:t>
                </a:r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2579C014-E1E6-A7F1-D996-69470C4466C6}"/>
                  </a:ext>
                </a:extLst>
              </p:cNvPr>
              <p:cNvSpPr/>
              <p:nvPr/>
            </p:nvSpPr>
            <p:spPr>
              <a:xfrm>
                <a:off x="5424047" y="1759586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43" name="ZoneTexte 42">
                <a:extLst>
                  <a:ext uri="{FF2B5EF4-FFF2-40B4-BE49-F238E27FC236}">
                    <a16:creationId xmlns:a16="http://schemas.microsoft.com/office/drawing/2014/main" id="{0CF666A5-400B-137F-D971-C2BCAA170F52}"/>
                  </a:ext>
                </a:extLst>
              </p:cNvPr>
              <p:cNvSpPr txBox="1"/>
              <p:nvPr/>
            </p:nvSpPr>
            <p:spPr>
              <a:xfrm>
                <a:off x="5531254" y="1726385"/>
                <a:ext cx="14533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GND</a:t>
                </a:r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33311E4C-6553-6879-B8F2-EB104A39FA38}"/>
                  </a:ext>
                </a:extLst>
              </p:cNvPr>
              <p:cNvSpPr/>
              <p:nvPr/>
            </p:nvSpPr>
            <p:spPr>
              <a:xfrm>
                <a:off x="5424047" y="1844224"/>
                <a:ext cx="49770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45" name="ZoneTexte 44">
                <a:extLst>
                  <a:ext uri="{FF2B5EF4-FFF2-40B4-BE49-F238E27FC236}">
                    <a16:creationId xmlns:a16="http://schemas.microsoft.com/office/drawing/2014/main" id="{11F24115-8813-2276-A4BF-95E2C57456E9}"/>
                  </a:ext>
                </a:extLst>
              </p:cNvPr>
              <p:cNvSpPr txBox="1"/>
              <p:nvPr/>
            </p:nvSpPr>
            <p:spPr>
              <a:xfrm>
                <a:off x="5531254" y="1815787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NC</a:t>
                </a:r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BFE9C335-4E22-69FE-C16A-FE9FCDB38971}"/>
                  </a:ext>
                </a:extLst>
              </p:cNvPr>
              <p:cNvSpPr/>
              <p:nvPr/>
            </p:nvSpPr>
            <p:spPr>
              <a:xfrm>
                <a:off x="5424047" y="1928327"/>
                <a:ext cx="49770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47" name="ZoneTexte 46">
                <a:extLst>
                  <a:ext uri="{FF2B5EF4-FFF2-40B4-BE49-F238E27FC236}">
                    <a16:creationId xmlns:a16="http://schemas.microsoft.com/office/drawing/2014/main" id="{8452BFE9-7895-1091-3E9B-EF69411D9396}"/>
                  </a:ext>
                </a:extLst>
              </p:cNvPr>
              <p:cNvSpPr txBox="1"/>
              <p:nvPr/>
            </p:nvSpPr>
            <p:spPr>
              <a:xfrm>
                <a:off x="5531254" y="1898301"/>
                <a:ext cx="89768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NC</a:t>
                </a:r>
              </a:p>
            </p:txBody>
          </p: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B482B1CE-325C-5487-F302-496BD9B6E50C}"/>
                  </a:ext>
                </a:extLst>
              </p:cNvPr>
              <p:cNvSpPr/>
              <p:nvPr/>
            </p:nvSpPr>
            <p:spPr>
              <a:xfrm>
                <a:off x="5424047" y="2012965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6378DD80-BF20-1A03-76E9-CCBD550BAB0C}"/>
                  </a:ext>
                </a:extLst>
              </p:cNvPr>
              <p:cNvSpPr txBox="1"/>
              <p:nvPr/>
            </p:nvSpPr>
            <p:spPr>
              <a:xfrm>
                <a:off x="5531254" y="1982940"/>
                <a:ext cx="11755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LED</a:t>
                </a: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7A8FD1FD-1841-A14E-61A4-6275D2CBD5A5}"/>
                  </a:ext>
                </a:extLst>
              </p:cNvPr>
              <p:cNvSpPr/>
              <p:nvPr/>
            </p:nvSpPr>
            <p:spPr>
              <a:xfrm>
                <a:off x="5424047" y="2097603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742DEE0F-D6A5-F4B7-36ED-9FF7418C3AAE}"/>
                  </a:ext>
                </a:extLst>
              </p:cNvPr>
              <p:cNvSpPr txBox="1"/>
              <p:nvPr/>
            </p:nvSpPr>
            <p:spPr>
              <a:xfrm>
                <a:off x="5531254" y="2064402"/>
                <a:ext cx="10900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SCL</a:t>
                </a: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21993FFA-6469-C635-7DD5-1958760A420D}"/>
                  </a:ext>
                </a:extLst>
              </p:cNvPr>
              <p:cNvSpPr/>
              <p:nvPr/>
            </p:nvSpPr>
            <p:spPr>
              <a:xfrm>
                <a:off x="5424047" y="2182241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54F877A8-083B-2F74-405A-16E1AEA217AB}"/>
                  </a:ext>
                </a:extLst>
              </p:cNvPr>
              <p:cNvSpPr txBox="1"/>
              <p:nvPr/>
            </p:nvSpPr>
            <p:spPr>
              <a:xfrm>
                <a:off x="5531254" y="2153802"/>
                <a:ext cx="128240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SDA</a:t>
                </a: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10CDFA72-2DD1-6562-1E8B-EEA75A7087FF}"/>
                  </a:ext>
                </a:extLst>
              </p:cNvPr>
              <p:cNvSpPr/>
              <p:nvPr/>
            </p:nvSpPr>
            <p:spPr>
              <a:xfrm>
                <a:off x="5424047" y="2268362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DD999F52-FDAB-AB48-7139-D5201FFBC763}"/>
                  </a:ext>
                </a:extLst>
              </p:cNvPr>
              <p:cNvSpPr txBox="1"/>
              <p:nvPr/>
            </p:nvSpPr>
            <p:spPr>
              <a:xfrm>
                <a:off x="5531254" y="2238336"/>
                <a:ext cx="79083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RS</a:t>
                </a: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FD6D3C26-7B89-78FD-70C5-699DDC248BEE}"/>
                  </a:ext>
                </a:extLst>
              </p:cNvPr>
              <p:cNvSpPr/>
              <p:nvPr/>
            </p:nvSpPr>
            <p:spPr>
              <a:xfrm>
                <a:off x="5424047" y="2353000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29BF1617-2525-3B4F-F477-41590E35DE83}"/>
                  </a:ext>
                </a:extLst>
              </p:cNvPr>
              <p:cNvSpPr txBox="1"/>
              <p:nvPr/>
            </p:nvSpPr>
            <p:spPr>
              <a:xfrm>
                <a:off x="5531254" y="2322974"/>
                <a:ext cx="11755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RST</a:t>
                </a:r>
              </a:p>
            </p:txBody>
          </p:sp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87880DBD-796A-80DC-9B29-F08E2DF05B90}"/>
                  </a:ext>
                </a:extLst>
              </p:cNvPr>
              <p:cNvSpPr/>
              <p:nvPr/>
            </p:nvSpPr>
            <p:spPr>
              <a:xfrm>
                <a:off x="5424047" y="2437638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09FEC1F0-682C-0AE5-431F-112310274086}"/>
                  </a:ext>
                </a:extLst>
              </p:cNvPr>
              <p:cNvSpPr txBox="1"/>
              <p:nvPr/>
            </p:nvSpPr>
            <p:spPr>
              <a:xfrm>
                <a:off x="5531254" y="2404437"/>
                <a:ext cx="76944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CS</a:t>
                </a:r>
              </a:p>
            </p:txBody>
          </p:sp>
        </p:grpSp>
        <p:grpSp>
          <p:nvGrpSpPr>
            <p:cNvPr id="68" name="Groupe 67">
              <a:extLst>
                <a:ext uri="{FF2B5EF4-FFF2-40B4-BE49-F238E27FC236}">
                  <a16:creationId xmlns:a16="http://schemas.microsoft.com/office/drawing/2014/main" id="{5B945002-B46A-5689-4C4A-B8FF159BFD24}"/>
                </a:ext>
              </a:extLst>
            </p:cNvPr>
            <p:cNvGrpSpPr/>
            <p:nvPr/>
          </p:nvGrpSpPr>
          <p:grpSpPr>
            <a:xfrm>
              <a:off x="3426887" y="1911690"/>
              <a:ext cx="1620197" cy="2175368"/>
              <a:chOff x="1919715" y="1494410"/>
              <a:chExt cx="2160262" cy="2900491"/>
            </a:xfrm>
          </p:grpSpPr>
          <p:pic>
            <p:nvPicPr>
              <p:cNvPr id="69" name="Image 68">
                <a:extLst>
                  <a:ext uri="{FF2B5EF4-FFF2-40B4-BE49-F238E27FC236}">
                    <a16:creationId xmlns:a16="http://schemas.microsoft.com/office/drawing/2014/main" id="{B84F9041-1A80-C3D2-27B0-E7F4CC9A99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429" b="92075" l="1389" r="94792">
                            <a14:foregroundMark x1="6597" y1="33566" x2="6597" y2="33566"/>
                            <a14:foregroundMark x1="12847" y1="53846" x2="12847" y2="53846"/>
                            <a14:foregroundMark x1="14410" y1="82751" x2="14410" y2="82751"/>
                            <a14:foregroundMark x1="19444" y1="54312" x2="19444" y2="54312"/>
                            <a14:foregroundMark x1="20313" y1="49184" x2="20313" y2="49184"/>
                            <a14:foregroundMark x1="16840" y1="51282" x2="16840" y2="51282"/>
                            <a14:foregroundMark x1="15625" y1="52681" x2="15625" y2="52681"/>
                            <a14:foregroundMark x1="15451" y1="58275" x2="15451" y2="58275"/>
                            <a14:foregroundMark x1="15625" y1="59907" x2="15625" y2="59907"/>
                            <a14:foregroundMark x1="15625" y1="59907" x2="15625" y2="59907"/>
                            <a14:foregroundMark x1="14410" y1="59207" x2="14410" y2="59207"/>
                            <a14:foregroundMark x1="14410" y1="59207" x2="14410" y2="58741"/>
                            <a14:foregroundMark x1="16319" y1="54779" x2="17188" y2="51981"/>
                            <a14:foregroundMark x1="13542" y1="34499" x2="13542" y2="34033"/>
                            <a14:foregroundMark x1="12153" y1="30536" x2="11285" y2="30536"/>
                            <a14:foregroundMark x1="7118" y1="38462" x2="6597" y2="39161"/>
                            <a14:foregroundMark x1="5035" y1="41958" x2="5035" y2="41958"/>
                            <a14:foregroundMark x1="5208" y1="35897" x2="5556" y2="29837"/>
                            <a14:foregroundMark x1="5729" y1="27273" x2="7639" y2="24942"/>
                            <a14:foregroundMark x1="12674" y1="16550" x2="12674" y2="16550"/>
                            <a14:foregroundMark x1="12674" y1="10256" x2="13021" y2="8858"/>
                            <a14:foregroundMark x1="14931" y1="5361" x2="17188" y2="4662"/>
                            <a14:foregroundMark x1="20313" y1="6760" x2="22569" y2="8858"/>
                            <a14:foregroundMark x1="25174" y1="13287" x2="26910" y2="16084"/>
                            <a14:foregroundMark x1="28646" y1="19814" x2="30729" y2="20280"/>
                            <a14:foregroundMark x1="83681" y1="21678" x2="84028" y2="21911"/>
                            <a14:foregroundMark x1="88194" y1="25641" x2="88889" y2="25874"/>
                            <a14:foregroundMark x1="89583" y1="26340" x2="89583" y2="26340"/>
                            <a14:foregroundMark x1="94792" y1="53846" x2="94792" y2="53846"/>
                            <a14:foregroundMark x1="90625" y1="92075" x2="90625" y2="92075"/>
                            <a14:foregroundMark x1="3472" y1="32867" x2="3472" y2="32867"/>
                            <a14:foregroundMark x1="32292" y1="50816" x2="32292" y2="50816"/>
                            <a14:foregroundMark x1="15104" y1="66434" x2="15104" y2="66434"/>
                            <a14:foregroundMark x1="58854" y1="27506" x2="58854" y2="27506"/>
                            <a14:foregroundMark x1="57465" y1="27739" x2="57465" y2="27739"/>
                            <a14:foregroundMark x1="17882" y1="12587" x2="17882" y2="12587"/>
                            <a14:foregroundMark x1="3646" y1="26573" x2="3646" y2="26573"/>
                            <a14:foregroundMark x1="2257" y1="24476" x2="2257" y2="24476"/>
                            <a14:foregroundMark x1="30382" y1="78322" x2="30382" y2="78322"/>
                            <a14:foregroundMark x1="40799" y1="80653" x2="40799" y2="80653"/>
                            <a14:foregroundMark x1="17882" y1="29371" x2="17882" y2="29371"/>
                            <a14:foregroundMark x1="1389" y1="23776" x2="1389" y2="23776"/>
                            <a14:backgroundMark x1="4514" y1="57809" x2="4514" y2="57809"/>
                            <a14:backgroundMark x1="694" y1="27040" x2="694" y2="27040"/>
                            <a14:backgroundMark x1="868" y1="37063" x2="868" y2="3706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5400000">
                <a:off x="1549600" y="1864525"/>
                <a:ext cx="2900491" cy="2160262"/>
              </a:xfrm>
              <a:prstGeom prst="rect">
                <a:avLst/>
              </a:prstGeom>
            </p:spPr>
          </p:pic>
          <p:sp>
            <p:nvSpPr>
              <p:cNvPr id="70" name="Ellipse 69">
                <a:extLst>
                  <a:ext uri="{FF2B5EF4-FFF2-40B4-BE49-F238E27FC236}">
                    <a16:creationId xmlns:a16="http://schemas.microsoft.com/office/drawing/2014/main" id="{800CD175-123B-35F6-B1D1-FF9D0FFEEBC4}"/>
                  </a:ext>
                </a:extLst>
              </p:cNvPr>
              <p:cNvSpPr/>
              <p:nvPr/>
            </p:nvSpPr>
            <p:spPr>
              <a:xfrm>
                <a:off x="3881009" y="2711436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DA0B83ED-7E6F-8162-11C7-D57C699A978D}"/>
                  </a:ext>
                </a:extLst>
              </p:cNvPr>
              <p:cNvSpPr/>
              <p:nvPr/>
            </p:nvSpPr>
            <p:spPr>
              <a:xfrm>
                <a:off x="3881009" y="2802980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D33168A1-374F-201F-8762-AA268536F34E}"/>
                  </a:ext>
                </a:extLst>
              </p:cNvPr>
              <p:cNvSpPr/>
              <p:nvPr/>
            </p:nvSpPr>
            <p:spPr>
              <a:xfrm>
                <a:off x="3881009" y="2894524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CE31931C-6BB4-DC59-3932-DCCD74CA5127}"/>
                  </a:ext>
                </a:extLst>
              </p:cNvPr>
              <p:cNvSpPr/>
              <p:nvPr/>
            </p:nvSpPr>
            <p:spPr>
              <a:xfrm>
                <a:off x="3881009" y="2986068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6D7CBEF2-7DB0-7BF5-E445-5AD38227F74B}"/>
                  </a:ext>
                </a:extLst>
              </p:cNvPr>
              <p:cNvSpPr/>
              <p:nvPr/>
            </p:nvSpPr>
            <p:spPr>
              <a:xfrm>
                <a:off x="3881009" y="3085974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18FA1059-0764-C32D-F602-7F67102F1A94}"/>
                  </a:ext>
                </a:extLst>
              </p:cNvPr>
              <p:cNvSpPr/>
              <p:nvPr/>
            </p:nvSpPr>
            <p:spPr>
              <a:xfrm>
                <a:off x="3881009" y="3182282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9FA6FCDC-C36C-453D-7FE6-26B06A0D22B2}"/>
                  </a:ext>
                </a:extLst>
              </p:cNvPr>
              <p:cNvSpPr/>
              <p:nvPr/>
            </p:nvSpPr>
            <p:spPr>
              <a:xfrm>
                <a:off x="3881009" y="3278590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90C4BC84-D4D6-C63D-A035-82D7F65696BD}"/>
                  </a:ext>
                </a:extLst>
              </p:cNvPr>
              <p:cNvSpPr/>
              <p:nvPr/>
            </p:nvSpPr>
            <p:spPr>
              <a:xfrm>
                <a:off x="3881009" y="2623578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E20430B6-1993-69F0-DC3E-47D881B820D0}"/>
                  </a:ext>
                </a:extLst>
              </p:cNvPr>
              <p:cNvSpPr/>
              <p:nvPr/>
            </p:nvSpPr>
            <p:spPr>
              <a:xfrm>
                <a:off x="3881009" y="3516313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97612681-F1BF-D025-E1E7-71084BD2E183}"/>
                  </a:ext>
                </a:extLst>
              </p:cNvPr>
              <p:cNvSpPr/>
              <p:nvPr/>
            </p:nvSpPr>
            <p:spPr>
              <a:xfrm>
                <a:off x="3881009" y="3607857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A50F15BB-51F2-BF9F-C772-01E7DCE929B0}"/>
                  </a:ext>
                </a:extLst>
              </p:cNvPr>
              <p:cNvSpPr/>
              <p:nvPr/>
            </p:nvSpPr>
            <p:spPr>
              <a:xfrm>
                <a:off x="3881009" y="3699401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6A285721-8E2C-B4A1-39D3-DD352496289B}"/>
                  </a:ext>
                </a:extLst>
              </p:cNvPr>
              <p:cNvSpPr/>
              <p:nvPr/>
            </p:nvSpPr>
            <p:spPr>
              <a:xfrm>
                <a:off x="3881009" y="3790945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BA954BFB-A890-BEAD-5355-C36A6B5B07FB}"/>
                  </a:ext>
                </a:extLst>
              </p:cNvPr>
              <p:cNvSpPr/>
              <p:nvPr/>
            </p:nvSpPr>
            <p:spPr>
              <a:xfrm>
                <a:off x="3881009" y="3890851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150B01F9-9F39-B1EA-C538-33F3E4EB4B33}"/>
                  </a:ext>
                </a:extLst>
              </p:cNvPr>
              <p:cNvSpPr/>
              <p:nvPr/>
            </p:nvSpPr>
            <p:spPr>
              <a:xfrm>
                <a:off x="3881009" y="3987159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4FCE9B3E-F965-A45B-D81E-521F051B8C91}"/>
                  </a:ext>
                </a:extLst>
              </p:cNvPr>
              <p:cNvSpPr/>
              <p:nvPr/>
            </p:nvSpPr>
            <p:spPr>
              <a:xfrm>
                <a:off x="3881009" y="4083467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396E8383-4FC7-A983-F1A1-B1AB035CB0FA}"/>
                  </a:ext>
                </a:extLst>
              </p:cNvPr>
              <p:cNvSpPr/>
              <p:nvPr/>
            </p:nvSpPr>
            <p:spPr>
              <a:xfrm>
                <a:off x="3881009" y="3428455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AC40227B-0E9B-FE15-1062-C549135255E6}"/>
                  </a:ext>
                </a:extLst>
              </p:cNvPr>
              <p:cNvSpPr/>
              <p:nvPr/>
            </p:nvSpPr>
            <p:spPr>
              <a:xfrm>
                <a:off x="2095071" y="3607857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06BAC9D1-F885-8FA1-6D6B-EE58656E8B65}"/>
                  </a:ext>
                </a:extLst>
              </p:cNvPr>
              <p:cNvSpPr/>
              <p:nvPr/>
            </p:nvSpPr>
            <p:spPr>
              <a:xfrm>
                <a:off x="2095071" y="3699401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62654147-4844-FA7E-EF03-906A5F941A26}"/>
                  </a:ext>
                </a:extLst>
              </p:cNvPr>
              <p:cNvSpPr/>
              <p:nvPr/>
            </p:nvSpPr>
            <p:spPr>
              <a:xfrm>
                <a:off x="2095071" y="3790945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3ED025CA-E9EE-094C-FE2A-6EF003115B5C}"/>
                  </a:ext>
                </a:extLst>
              </p:cNvPr>
              <p:cNvSpPr/>
              <p:nvPr/>
            </p:nvSpPr>
            <p:spPr>
              <a:xfrm>
                <a:off x="2095071" y="3890851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011E0A6D-A10D-A508-F557-31851BFF990B}"/>
                  </a:ext>
                </a:extLst>
              </p:cNvPr>
              <p:cNvSpPr/>
              <p:nvPr/>
            </p:nvSpPr>
            <p:spPr>
              <a:xfrm>
                <a:off x="2095071" y="3987159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DA812B8B-19A5-99FA-DB0F-334D8F0D50CC}"/>
                  </a:ext>
                </a:extLst>
              </p:cNvPr>
              <p:cNvSpPr/>
              <p:nvPr/>
            </p:nvSpPr>
            <p:spPr>
              <a:xfrm>
                <a:off x="2095071" y="4083467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79538CA-0D67-7281-AC2B-8C62CDCF3A0F}"/>
                  </a:ext>
                </a:extLst>
              </p:cNvPr>
              <p:cNvSpPr/>
              <p:nvPr/>
            </p:nvSpPr>
            <p:spPr>
              <a:xfrm>
                <a:off x="2095071" y="2857659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FF56E943-0F46-F5A3-7338-6C9BB5451F18}"/>
                  </a:ext>
                </a:extLst>
              </p:cNvPr>
              <p:cNvSpPr/>
              <p:nvPr/>
            </p:nvSpPr>
            <p:spPr>
              <a:xfrm>
                <a:off x="2095071" y="2949203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4124593F-7BD6-5EAE-F9A9-3E99ECD8F5CB}"/>
                  </a:ext>
                </a:extLst>
              </p:cNvPr>
              <p:cNvSpPr/>
              <p:nvPr/>
            </p:nvSpPr>
            <p:spPr>
              <a:xfrm>
                <a:off x="2095071" y="3040747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CC764C2B-BF25-7439-F6D4-468780976CD8}"/>
                  </a:ext>
                </a:extLst>
              </p:cNvPr>
              <p:cNvSpPr/>
              <p:nvPr/>
            </p:nvSpPr>
            <p:spPr>
              <a:xfrm>
                <a:off x="2095071" y="3132291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4E8DED08-EA99-75FD-0556-BA3274B60739}"/>
                  </a:ext>
                </a:extLst>
              </p:cNvPr>
              <p:cNvSpPr/>
              <p:nvPr/>
            </p:nvSpPr>
            <p:spPr>
              <a:xfrm>
                <a:off x="2095071" y="3232197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48DA023D-47C3-4203-50BC-816EEB503DC6}"/>
                  </a:ext>
                </a:extLst>
              </p:cNvPr>
              <p:cNvSpPr/>
              <p:nvPr/>
            </p:nvSpPr>
            <p:spPr>
              <a:xfrm>
                <a:off x="2095071" y="3328505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BD340DD8-2423-B958-BA2F-C02F0A59F1C1}"/>
                  </a:ext>
                </a:extLst>
              </p:cNvPr>
              <p:cNvSpPr/>
              <p:nvPr/>
            </p:nvSpPr>
            <p:spPr>
              <a:xfrm>
                <a:off x="2095071" y="3424813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333387B5-B6AF-B234-8CEF-4C80E115C849}"/>
                  </a:ext>
                </a:extLst>
              </p:cNvPr>
              <p:cNvSpPr/>
              <p:nvPr/>
            </p:nvSpPr>
            <p:spPr>
              <a:xfrm>
                <a:off x="2095071" y="2769801"/>
                <a:ext cx="49770" cy="45719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</p:grpSp>
        <p:cxnSp>
          <p:nvCxnSpPr>
            <p:cNvPr id="101" name="Connecteur : en angle 100">
              <a:extLst>
                <a:ext uri="{FF2B5EF4-FFF2-40B4-BE49-F238E27FC236}">
                  <a16:creationId xmlns:a16="http://schemas.microsoft.com/office/drawing/2014/main" id="{FE078A32-5100-C5ED-12B2-0FC4EDE5C38B}"/>
                </a:ext>
              </a:extLst>
            </p:cNvPr>
            <p:cNvCxnSpPr>
              <a:stCxn id="56" idx="2"/>
              <a:endCxn id="76" idx="6"/>
            </p:cNvCxnSpPr>
            <p:nvPr/>
          </p:nvCxnSpPr>
          <p:spPr>
            <a:xfrm rot="10800000" flipV="1">
              <a:off x="4935186" y="2315593"/>
              <a:ext cx="891715" cy="951376"/>
            </a:xfrm>
            <a:prstGeom prst="bentConnector3">
              <a:avLst>
                <a:gd name="adj1" fmla="val 4118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eur : en angle 102">
              <a:extLst>
                <a:ext uri="{FF2B5EF4-FFF2-40B4-BE49-F238E27FC236}">
                  <a16:creationId xmlns:a16="http://schemas.microsoft.com/office/drawing/2014/main" id="{3B1BF9D7-6060-FFEC-C8FD-00E4EBF00313}"/>
                </a:ext>
              </a:extLst>
            </p:cNvPr>
            <p:cNvCxnSpPr>
              <a:stCxn id="75" idx="6"/>
              <a:endCxn id="58" idx="2"/>
            </p:cNvCxnSpPr>
            <p:nvPr/>
          </p:nvCxnSpPr>
          <p:spPr>
            <a:xfrm flipV="1">
              <a:off x="4935185" y="2379073"/>
              <a:ext cx="891715" cy="815666"/>
            </a:xfrm>
            <a:prstGeom prst="bentConnector3">
              <a:avLst>
                <a:gd name="adj1" fmla="val 6575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 : en angle 105">
              <a:extLst>
                <a:ext uri="{FF2B5EF4-FFF2-40B4-BE49-F238E27FC236}">
                  <a16:creationId xmlns:a16="http://schemas.microsoft.com/office/drawing/2014/main" id="{6424D257-311D-BB28-A8B8-7E3145AC0520}"/>
                </a:ext>
              </a:extLst>
            </p:cNvPr>
            <p:cNvCxnSpPr>
              <a:stCxn id="60" idx="2"/>
              <a:endCxn id="74" idx="6"/>
            </p:cNvCxnSpPr>
            <p:nvPr/>
          </p:nvCxnSpPr>
          <p:spPr>
            <a:xfrm rot="10800000" flipV="1">
              <a:off x="4935186" y="2442551"/>
              <a:ext cx="891715" cy="679957"/>
            </a:xfrm>
            <a:prstGeom prst="bentConnector3">
              <a:avLst>
                <a:gd name="adj1" fmla="val 2810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eur : en angle 109">
              <a:extLst>
                <a:ext uri="{FF2B5EF4-FFF2-40B4-BE49-F238E27FC236}">
                  <a16:creationId xmlns:a16="http://schemas.microsoft.com/office/drawing/2014/main" id="{AA8BB455-BBCB-5B4E-7029-1FCBDB1631A4}"/>
                </a:ext>
              </a:extLst>
            </p:cNvPr>
            <p:cNvCxnSpPr>
              <a:stCxn id="73" idx="6"/>
              <a:endCxn id="52" idx="2"/>
            </p:cNvCxnSpPr>
            <p:nvPr/>
          </p:nvCxnSpPr>
          <p:spPr>
            <a:xfrm flipV="1">
              <a:off x="4935185" y="2251004"/>
              <a:ext cx="891715" cy="796575"/>
            </a:xfrm>
            <a:prstGeom prst="bentConnector3">
              <a:avLst>
                <a:gd name="adj1" fmla="val 5440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 : en angle 112">
              <a:extLst>
                <a:ext uri="{FF2B5EF4-FFF2-40B4-BE49-F238E27FC236}">
                  <a16:creationId xmlns:a16="http://schemas.microsoft.com/office/drawing/2014/main" id="{33719B36-F215-EA2C-E684-06C13308CFD2}"/>
                </a:ext>
              </a:extLst>
            </p:cNvPr>
            <p:cNvCxnSpPr>
              <a:stCxn id="71" idx="6"/>
              <a:endCxn id="50" idx="2"/>
            </p:cNvCxnSpPr>
            <p:nvPr/>
          </p:nvCxnSpPr>
          <p:spPr>
            <a:xfrm flipV="1">
              <a:off x="4935185" y="2187524"/>
              <a:ext cx="891715" cy="722738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eur : en angle 115">
              <a:extLst>
                <a:ext uri="{FF2B5EF4-FFF2-40B4-BE49-F238E27FC236}">
                  <a16:creationId xmlns:a16="http://schemas.microsoft.com/office/drawing/2014/main" id="{E35F5572-7A77-FE98-59DF-A197A95774D6}"/>
                </a:ext>
              </a:extLst>
            </p:cNvPr>
            <p:cNvCxnSpPr>
              <a:cxnSpLocks/>
              <a:stCxn id="95" idx="2"/>
              <a:endCxn id="38" idx="2"/>
            </p:cNvCxnSpPr>
            <p:nvPr/>
          </p:nvCxnSpPr>
          <p:spPr>
            <a:xfrm rot="10800000" flipH="1">
              <a:off x="3558402" y="1807055"/>
              <a:ext cx="2268496" cy="1350191"/>
            </a:xfrm>
            <a:prstGeom prst="bentConnector3">
              <a:avLst>
                <a:gd name="adj1" fmla="val -12754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8" name="Connecteur : en angle 117">
              <a:extLst>
                <a:ext uri="{FF2B5EF4-FFF2-40B4-BE49-F238E27FC236}">
                  <a16:creationId xmlns:a16="http://schemas.microsoft.com/office/drawing/2014/main" id="{8BE9347E-1D3C-F466-BCA6-CC5C6C139062}"/>
                </a:ext>
              </a:extLst>
            </p:cNvPr>
            <p:cNvCxnSpPr>
              <a:cxnSpLocks/>
              <a:stCxn id="96" idx="2"/>
              <a:endCxn id="40" idx="2"/>
            </p:cNvCxnSpPr>
            <p:nvPr/>
          </p:nvCxnSpPr>
          <p:spPr>
            <a:xfrm rot="10800000" flipH="1">
              <a:off x="3558402" y="1870533"/>
              <a:ext cx="2268496" cy="1361642"/>
            </a:xfrm>
            <a:prstGeom prst="bentConnector3">
              <a:avLst>
                <a:gd name="adj1" fmla="val -7558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41" name="Groupe 140">
              <a:extLst>
                <a:ext uri="{FF2B5EF4-FFF2-40B4-BE49-F238E27FC236}">
                  <a16:creationId xmlns:a16="http://schemas.microsoft.com/office/drawing/2014/main" id="{36256C79-158D-4DC2-2F1B-3201ACDE9BE2}"/>
                </a:ext>
              </a:extLst>
            </p:cNvPr>
            <p:cNvGrpSpPr/>
            <p:nvPr/>
          </p:nvGrpSpPr>
          <p:grpSpPr>
            <a:xfrm>
              <a:off x="1938889" y="2609752"/>
              <a:ext cx="1024900" cy="435801"/>
              <a:chOff x="6397710" y="3513710"/>
              <a:chExt cx="1366533" cy="581068"/>
            </a:xfrm>
          </p:grpSpPr>
          <p:sp>
            <p:nvSpPr>
              <p:cNvPr id="126" name="ZoneTexte 125">
                <a:extLst>
                  <a:ext uri="{FF2B5EF4-FFF2-40B4-BE49-F238E27FC236}">
                    <a16:creationId xmlns:a16="http://schemas.microsoft.com/office/drawing/2014/main" id="{F8E0C4A6-90D5-FFF1-5DF8-73FB8624FD5A}"/>
                  </a:ext>
                </a:extLst>
              </p:cNvPr>
              <p:cNvSpPr txBox="1"/>
              <p:nvPr/>
            </p:nvSpPr>
            <p:spPr>
              <a:xfrm>
                <a:off x="6693838" y="3517737"/>
                <a:ext cx="745710" cy="276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Relais 1</a:t>
                </a:r>
              </a:p>
            </p:txBody>
          </p:sp>
          <p:sp>
            <p:nvSpPr>
              <p:cNvPr id="127" name="Ellipse 126">
                <a:extLst>
                  <a:ext uri="{FF2B5EF4-FFF2-40B4-BE49-F238E27FC236}">
                    <a16:creationId xmlns:a16="http://schemas.microsoft.com/office/drawing/2014/main" id="{DAC50B44-D341-1FAB-8E87-13CFB9C3DA2C}"/>
                  </a:ext>
                </a:extLst>
              </p:cNvPr>
              <p:cNvSpPr/>
              <p:nvPr/>
            </p:nvSpPr>
            <p:spPr>
              <a:xfrm>
                <a:off x="6397710" y="3922047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28" name="ZoneTexte 127">
                <a:extLst>
                  <a:ext uri="{FF2B5EF4-FFF2-40B4-BE49-F238E27FC236}">
                    <a16:creationId xmlns:a16="http://schemas.microsoft.com/office/drawing/2014/main" id="{E6679768-2C46-A508-3FBB-560958D8DACD}"/>
                  </a:ext>
                </a:extLst>
              </p:cNvPr>
              <p:cNvSpPr txBox="1"/>
              <p:nvPr/>
            </p:nvSpPr>
            <p:spPr>
              <a:xfrm>
                <a:off x="6504917" y="3892020"/>
                <a:ext cx="123965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VCC</a:t>
                </a:r>
              </a:p>
            </p:txBody>
          </p:sp>
          <p:sp>
            <p:nvSpPr>
              <p:cNvPr id="129" name="Ellipse 128">
                <a:extLst>
                  <a:ext uri="{FF2B5EF4-FFF2-40B4-BE49-F238E27FC236}">
                    <a16:creationId xmlns:a16="http://schemas.microsoft.com/office/drawing/2014/main" id="{A58CCFA4-8DEB-C42B-175B-BF4BD2539DD8}"/>
                  </a:ext>
                </a:extLst>
              </p:cNvPr>
              <p:cNvSpPr/>
              <p:nvPr/>
            </p:nvSpPr>
            <p:spPr>
              <a:xfrm>
                <a:off x="6397712" y="3660603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30" name="ZoneTexte 129">
                <a:extLst>
                  <a:ext uri="{FF2B5EF4-FFF2-40B4-BE49-F238E27FC236}">
                    <a16:creationId xmlns:a16="http://schemas.microsoft.com/office/drawing/2014/main" id="{76CC6560-A1C4-11CA-A1D3-68956C9056CA}"/>
                  </a:ext>
                </a:extLst>
              </p:cNvPr>
              <p:cNvSpPr txBox="1"/>
              <p:nvPr/>
            </p:nvSpPr>
            <p:spPr>
              <a:xfrm>
                <a:off x="6504918" y="3630578"/>
                <a:ext cx="14533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GND</a:t>
                </a:r>
              </a:p>
            </p:txBody>
          </p:sp>
          <p:sp>
            <p:nvSpPr>
              <p:cNvPr id="133" name="Ellipse 132">
                <a:extLst>
                  <a:ext uri="{FF2B5EF4-FFF2-40B4-BE49-F238E27FC236}">
                    <a16:creationId xmlns:a16="http://schemas.microsoft.com/office/drawing/2014/main" id="{CCB9A6E5-B270-858A-80E4-C48BF0295E13}"/>
                  </a:ext>
                </a:extLst>
              </p:cNvPr>
              <p:cNvSpPr/>
              <p:nvPr/>
            </p:nvSpPr>
            <p:spPr>
              <a:xfrm>
                <a:off x="6397712" y="3747321"/>
                <a:ext cx="49770" cy="45719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34" name="ZoneTexte 133">
                <a:extLst>
                  <a:ext uri="{FF2B5EF4-FFF2-40B4-BE49-F238E27FC236}">
                    <a16:creationId xmlns:a16="http://schemas.microsoft.com/office/drawing/2014/main" id="{38C34577-0105-19F3-1E9E-BA694CF6C597}"/>
                  </a:ext>
                </a:extLst>
              </p:cNvPr>
              <p:cNvSpPr txBox="1"/>
              <p:nvPr/>
            </p:nvSpPr>
            <p:spPr>
              <a:xfrm>
                <a:off x="6504918" y="3718883"/>
                <a:ext cx="106867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IN1</a:t>
                </a:r>
              </a:p>
            </p:txBody>
          </p:sp>
          <p:sp>
            <p:nvSpPr>
              <p:cNvPr id="135" name="Ellipse 134">
                <a:extLst>
                  <a:ext uri="{FF2B5EF4-FFF2-40B4-BE49-F238E27FC236}">
                    <a16:creationId xmlns:a16="http://schemas.microsoft.com/office/drawing/2014/main" id="{412391D4-195B-1164-CFFA-A414CEADAC5D}"/>
                  </a:ext>
                </a:extLst>
              </p:cNvPr>
              <p:cNvSpPr/>
              <p:nvPr/>
            </p:nvSpPr>
            <p:spPr>
              <a:xfrm>
                <a:off x="7714473" y="3543736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36" name="ZoneTexte 135">
                <a:extLst>
                  <a:ext uri="{FF2B5EF4-FFF2-40B4-BE49-F238E27FC236}">
                    <a16:creationId xmlns:a16="http://schemas.microsoft.com/office/drawing/2014/main" id="{1A5BF769-F5DB-0455-BCE5-8FF72E142E38}"/>
                  </a:ext>
                </a:extLst>
              </p:cNvPr>
              <p:cNvSpPr txBox="1"/>
              <p:nvPr/>
            </p:nvSpPr>
            <p:spPr>
              <a:xfrm>
                <a:off x="7600019" y="3513710"/>
                <a:ext cx="100456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/>
                  <a:t>NO</a:t>
                </a:r>
              </a:p>
            </p:txBody>
          </p:sp>
          <p:sp>
            <p:nvSpPr>
              <p:cNvPr id="137" name="Ellipse 136">
                <a:extLst>
                  <a:ext uri="{FF2B5EF4-FFF2-40B4-BE49-F238E27FC236}">
                    <a16:creationId xmlns:a16="http://schemas.microsoft.com/office/drawing/2014/main" id="{DDAEAEEB-83CF-DFB0-0433-376AE326A30F}"/>
                  </a:ext>
                </a:extLst>
              </p:cNvPr>
              <p:cNvSpPr/>
              <p:nvPr/>
            </p:nvSpPr>
            <p:spPr>
              <a:xfrm>
                <a:off x="7714473" y="3628374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38" name="ZoneTexte 137">
                <a:extLst>
                  <a:ext uri="{FF2B5EF4-FFF2-40B4-BE49-F238E27FC236}">
                    <a16:creationId xmlns:a16="http://schemas.microsoft.com/office/drawing/2014/main" id="{A811FAB8-078F-DD6E-2F9E-3415009E8876}"/>
                  </a:ext>
                </a:extLst>
              </p:cNvPr>
              <p:cNvSpPr txBox="1"/>
              <p:nvPr/>
            </p:nvSpPr>
            <p:spPr>
              <a:xfrm>
                <a:off x="7409262" y="3599462"/>
                <a:ext cx="286404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/>
                  <a:t>Commun</a:t>
                </a:r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9957EEA6-E445-05AB-7BA2-E62FC838E571}"/>
                  </a:ext>
                </a:extLst>
              </p:cNvPr>
              <p:cNvSpPr/>
              <p:nvPr/>
            </p:nvSpPr>
            <p:spPr>
              <a:xfrm>
                <a:off x="7714473" y="3715092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40" name="ZoneTexte 139">
                <a:extLst>
                  <a:ext uri="{FF2B5EF4-FFF2-40B4-BE49-F238E27FC236}">
                    <a16:creationId xmlns:a16="http://schemas.microsoft.com/office/drawing/2014/main" id="{701D9324-FEAE-967A-26B2-AA5E89FC54C3}"/>
                  </a:ext>
                </a:extLst>
              </p:cNvPr>
              <p:cNvSpPr txBox="1"/>
              <p:nvPr/>
            </p:nvSpPr>
            <p:spPr>
              <a:xfrm>
                <a:off x="7601502" y="3685214"/>
                <a:ext cx="8976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/>
                  <a:t>NC</a:t>
                </a:r>
              </a:p>
            </p:txBody>
          </p:sp>
          <p:sp>
            <p:nvSpPr>
              <p:cNvPr id="229" name="Ellipse 228">
                <a:extLst>
                  <a:ext uri="{FF2B5EF4-FFF2-40B4-BE49-F238E27FC236}">
                    <a16:creationId xmlns:a16="http://schemas.microsoft.com/office/drawing/2014/main" id="{E85877A2-8688-2142-CC18-1BBF867B40A0}"/>
                  </a:ext>
                </a:extLst>
              </p:cNvPr>
              <p:cNvSpPr/>
              <p:nvPr/>
            </p:nvSpPr>
            <p:spPr>
              <a:xfrm>
                <a:off x="6397710" y="3834715"/>
                <a:ext cx="49770" cy="45719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30" name="ZoneTexte 229">
                <a:extLst>
                  <a:ext uri="{FF2B5EF4-FFF2-40B4-BE49-F238E27FC236}">
                    <a16:creationId xmlns:a16="http://schemas.microsoft.com/office/drawing/2014/main" id="{5FB9DDB3-118C-82EF-4839-00AD591F5E48}"/>
                  </a:ext>
                </a:extLst>
              </p:cNvPr>
              <p:cNvSpPr txBox="1"/>
              <p:nvPr/>
            </p:nvSpPr>
            <p:spPr>
              <a:xfrm>
                <a:off x="6504917" y="3806276"/>
                <a:ext cx="106867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IN2</a:t>
                </a:r>
              </a:p>
            </p:txBody>
          </p:sp>
          <p:sp>
            <p:nvSpPr>
              <p:cNvPr id="232" name="ZoneTexte 231">
                <a:extLst>
                  <a:ext uri="{FF2B5EF4-FFF2-40B4-BE49-F238E27FC236}">
                    <a16:creationId xmlns:a16="http://schemas.microsoft.com/office/drawing/2014/main" id="{0D8D06C0-A615-6B3C-8B96-07A6FC52741D}"/>
                  </a:ext>
                </a:extLst>
              </p:cNvPr>
              <p:cNvSpPr txBox="1"/>
              <p:nvPr/>
            </p:nvSpPr>
            <p:spPr>
              <a:xfrm>
                <a:off x="6693834" y="3817780"/>
                <a:ext cx="745710" cy="276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Relais 2</a:t>
                </a:r>
              </a:p>
            </p:txBody>
          </p:sp>
          <p:sp>
            <p:nvSpPr>
              <p:cNvPr id="233" name="Ellipse 232">
                <a:extLst>
                  <a:ext uri="{FF2B5EF4-FFF2-40B4-BE49-F238E27FC236}">
                    <a16:creationId xmlns:a16="http://schemas.microsoft.com/office/drawing/2014/main" id="{5AEC38F7-23EA-97FD-C26D-B9B09E9C2B2E}"/>
                  </a:ext>
                </a:extLst>
              </p:cNvPr>
              <p:cNvSpPr/>
              <p:nvPr/>
            </p:nvSpPr>
            <p:spPr>
              <a:xfrm>
                <a:off x="7714469" y="3843780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34" name="ZoneTexte 233">
                <a:extLst>
                  <a:ext uri="{FF2B5EF4-FFF2-40B4-BE49-F238E27FC236}">
                    <a16:creationId xmlns:a16="http://schemas.microsoft.com/office/drawing/2014/main" id="{08CA8705-725D-8F98-1B0A-11FE2C342642}"/>
                  </a:ext>
                </a:extLst>
              </p:cNvPr>
              <p:cNvSpPr txBox="1"/>
              <p:nvPr/>
            </p:nvSpPr>
            <p:spPr>
              <a:xfrm>
                <a:off x="7600015" y="3813754"/>
                <a:ext cx="100456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/>
                  <a:t>NO</a:t>
                </a:r>
              </a:p>
            </p:txBody>
          </p:sp>
          <p:sp>
            <p:nvSpPr>
              <p:cNvPr id="235" name="Ellipse 234">
                <a:extLst>
                  <a:ext uri="{FF2B5EF4-FFF2-40B4-BE49-F238E27FC236}">
                    <a16:creationId xmlns:a16="http://schemas.microsoft.com/office/drawing/2014/main" id="{48E4D57A-9B51-8B0B-3E97-16D62A16D0A0}"/>
                  </a:ext>
                </a:extLst>
              </p:cNvPr>
              <p:cNvSpPr/>
              <p:nvPr/>
            </p:nvSpPr>
            <p:spPr>
              <a:xfrm>
                <a:off x="7714469" y="3928418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36" name="ZoneTexte 235">
                <a:extLst>
                  <a:ext uri="{FF2B5EF4-FFF2-40B4-BE49-F238E27FC236}">
                    <a16:creationId xmlns:a16="http://schemas.microsoft.com/office/drawing/2014/main" id="{675D9C4B-535E-6FF4-7704-F7F5D20168EF}"/>
                  </a:ext>
                </a:extLst>
              </p:cNvPr>
              <p:cNvSpPr txBox="1"/>
              <p:nvPr/>
            </p:nvSpPr>
            <p:spPr>
              <a:xfrm>
                <a:off x="7409258" y="3899506"/>
                <a:ext cx="286404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/>
                  <a:t>Commun</a:t>
                </a:r>
              </a:p>
            </p:txBody>
          </p:sp>
          <p:sp>
            <p:nvSpPr>
              <p:cNvPr id="237" name="Ellipse 236">
                <a:extLst>
                  <a:ext uri="{FF2B5EF4-FFF2-40B4-BE49-F238E27FC236}">
                    <a16:creationId xmlns:a16="http://schemas.microsoft.com/office/drawing/2014/main" id="{C60E9851-D130-C000-6B67-4F4372DC2A9B}"/>
                  </a:ext>
                </a:extLst>
              </p:cNvPr>
              <p:cNvSpPr/>
              <p:nvPr/>
            </p:nvSpPr>
            <p:spPr>
              <a:xfrm>
                <a:off x="7714469" y="4015136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38" name="ZoneTexte 237">
                <a:extLst>
                  <a:ext uri="{FF2B5EF4-FFF2-40B4-BE49-F238E27FC236}">
                    <a16:creationId xmlns:a16="http://schemas.microsoft.com/office/drawing/2014/main" id="{CC8E399D-FE3C-551B-3A08-8843BEB87390}"/>
                  </a:ext>
                </a:extLst>
              </p:cNvPr>
              <p:cNvSpPr txBox="1"/>
              <p:nvPr/>
            </p:nvSpPr>
            <p:spPr>
              <a:xfrm>
                <a:off x="7601498" y="3985258"/>
                <a:ext cx="89769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/>
                  <a:t>NC</a:t>
                </a:r>
              </a:p>
            </p:txBody>
          </p:sp>
        </p:grpSp>
        <p:grpSp>
          <p:nvGrpSpPr>
            <p:cNvPr id="156" name="Groupe 155">
              <a:extLst>
                <a:ext uri="{FF2B5EF4-FFF2-40B4-BE49-F238E27FC236}">
                  <a16:creationId xmlns:a16="http://schemas.microsoft.com/office/drawing/2014/main" id="{9B9A5E40-88EF-FBC9-880B-FA06F3DB5192}"/>
                </a:ext>
              </a:extLst>
            </p:cNvPr>
            <p:cNvGrpSpPr/>
            <p:nvPr/>
          </p:nvGrpSpPr>
          <p:grpSpPr>
            <a:xfrm>
              <a:off x="1947863" y="2120263"/>
              <a:ext cx="954010" cy="207749"/>
              <a:chOff x="412750" y="2783951"/>
              <a:chExt cx="1272013" cy="276998"/>
            </a:xfrm>
          </p:grpSpPr>
          <p:sp>
            <p:nvSpPr>
              <p:cNvPr id="143" name="ZoneTexte 142">
                <a:extLst>
                  <a:ext uri="{FF2B5EF4-FFF2-40B4-BE49-F238E27FC236}">
                    <a16:creationId xmlns:a16="http://schemas.microsoft.com/office/drawing/2014/main" id="{E9F149B8-163B-3A57-45E5-F8AD53E556DF}"/>
                  </a:ext>
                </a:extLst>
              </p:cNvPr>
              <p:cNvSpPr txBox="1"/>
              <p:nvPr/>
            </p:nvSpPr>
            <p:spPr>
              <a:xfrm>
                <a:off x="412750" y="2783951"/>
                <a:ext cx="1029873" cy="276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 err="1"/>
                  <a:t>Led</a:t>
                </a:r>
                <a:r>
                  <a:rPr lang="fr-FR" sz="1350" dirty="0"/>
                  <a:t> Photo</a:t>
                </a:r>
              </a:p>
            </p:txBody>
          </p:sp>
          <p:sp>
            <p:nvSpPr>
              <p:cNvPr id="152" name="Ellipse 151">
                <a:extLst>
                  <a:ext uri="{FF2B5EF4-FFF2-40B4-BE49-F238E27FC236}">
                    <a16:creationId xmlns:a16="http://schemas.microsoft.com/office/drawing/2014/main" id="{06BE5E93-E7E2-E125-85E4-BBE274D39ECF}"/>
                  </a:ext>
                </a:extLst>
              </p:cNvPr>
              <p:cNvSpPr/>
              <p:nvPr/>
            </p:nvSpPr>
            <p:spPr>
              <a:xfrm>
                <a:off x="1634993" y="2894588"/>
                <a:ext cx="49770" cy="4571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53" name="ZoneTexte 152">
                <a:extLst>
                  <a:ext uri="{FF2B5EF4-FFF2-40B4-BE49-F238E27FC236}">
                    <a16:creationId xmlns:a16="http://schemas.microsoft.com/office/drawing/2014/main" id="{B9076F6F-94CA-4580-0DF8-E2B07741A537}"/>
                  </a:ext>
                </a:extLst>
              </p:cNvPr>
              <p:cNvSpPr txBox="1"/>
              <p:nvPr/>
            </p:nvSpPr>
            <p:spPr>
              <a:xfrm>
                <a:off x="1449472" y="2865676"/>
                <a:ext cx="166713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 err="1"/>
                  <a:t>Led</a:t>
                </a:r>
                <a:r>
                  <a:rPr lang="fr-FR" sz="450" dirty="0"/>
                  <a:t> +</a:t>
                </a:r>
              </a:p>
            </p:txBody>
          </p:sp>
          <p:sp>
            <p:nvSpPr>
              <p:cNvPr id="154" name="Ellipse 153">
                <a:extLst>
                  <a:ext uri="{FF2B5EF4-FFF2-40B4-BE49-F238E27FC236}">
                    <a16:creationId xmlns:a16="http://schemas.microsoft.com/office/drawing/2014/main" id="{EB4739EE-9867-ADEC-0453-DC83EC3E6F75}"/>
                  </a:ext>
                </a:extLst>
              </p:cNvPr>
              <p:cNvSpPr/>
              <p:nvPr/>
            </p:nvSpPr>
            <p:spPr>
              <a:xfrm>
                <a:off x="1634993" y="2981306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55" name="ZoneTexte 154">
                <a:extLst>
                  <a:ext uri="{FF2B5EF4-FFF2-40B4-BE49-F238E27FC236}">
                    <a16:creationId xmlns:a16="http://schemas.microsoft.com/office/drawing/2014/main" id="{38939BAC-75DC-1B6B-D66C-E0031CE2AC68}"/>
                  </a:ext>
                </a:extLst>
              </p:cNvPr>
              <p:cNvSpPr txBox="1"/>
              <p:nvPr/>
            </p:nvSpPr>
            <p:spPr>
              <a:xfrm>
                <a:off x="1460039" y="2951428"/>
                <a:ext cx="15175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:r>
                  <a:rPr lang="fr-FR" sz="450" dirty="0" err="1"/>
                  <a:t>Led</a:t>
                </a:r>
                <a:r>
                  <a:rPr lang="fr-FR" sz="450" dirty="0"/>
                  <a:t> -</a:t>
                </a:r>
              </a:p>
            </p:txBody>
          </p:sp>
        </p:grpSp>
        <p:cxnSp>
          <p:nvCxnSpPr>
            <p:cNvPr id="157" name="Connecteur : en angle 156">
              <a:extLst>
                <a:ext uri="{FF2B5EF4-FFF2-40B4-BE49-F238E27FC236}">
                  <a16:creationId xmlns:a16="http://schemas.microsoft.com/office/drawing/2014/main" id="{8295EA52-4AD5-6F04-37B1-20880D881B86}"/>
                </a:ext>
              </a:extLst>
            </p:cNvPr>
            <p:cNvCxnSpPr>
              <a:cxnSpLocks/>
              <a:stCxn id="94" idx="2"/>
              <a:endCxn id="137" idx="6"/>
            </p:cNvCxnSpPr>
            <p:nvPr/>
          </p:nvCxnSpPr>
          <p:spPr>
            <a:xfrm rot="10800000">
              <a:off x="2963790" y="2712895"/>
              <a:ext cx="594614" cy="375692"/>
            </a:xfrm>
            <a:prstGeom prst="bentConnector3">
              <a:avLst>
                <a:gd name="adj1" fmla="val 70824"/>
              </a:avLst>
            </a:prstGeom>
            <a:ln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4" name="Connecteur : en angle 163">
              <a:extLst>
                <a:ext uri="{FF2B5EF4-FFF2-40B4-BE49-F238E27FC236}">
                  <a16:creationId xmlns:a16="http://schemas.microsoft.com/office/drawing/2014/main" id="{ACDA6961-F8EF-DF54-6F91-9F510E229142}"/>
                </a:ext>
              </a:extLst>
            </p:cNvPr>
            <p:cNvCxnSpPr>
              <a:cxnSpLocks/>
              <a:stCxn id="96" idx="2"/>
              <a:endCxn id="154" idx="6"/>
            </p:cNvCxnSpPr>
            <p:nvPr/>
          </p:nvCxnSpPr>
          <p:spPr>
            <a:xfrm rot="10800000">
              <a:off x="2901873" y="2285426"/>
              <a:ext cx="656531" cy="946750"/>
            </a:xfrm>
            <a:prstGeom prst="bentConnector3">
              <a:avLst>
                <a:gd name="adj1" fmla="val 26062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Connecteur : en angle 168">
              <a:extLst>
                <a:ext uri="{FF2B5EF4-FFF2-40B4-BE49-F238E27FC236}">
                  <a16:creationId xmlns:a16="http://schemas.microsoft.com/office/drawing/2014/main" id="{082D5653-5BD4-F5C4-660A-8E2DCFF552BF}"/>
                </a:ext>
              </a:extLst>
            </p:cNvPr>
            <p:cNvCxnSpPr>
              <a:cxnSpLocks/>
              <a:stCxn id="152" idx="6"/>
              <a:endCxn id="135" idx="6"/>
            </p:cNvCxnSpPr>
            <p:nvPr/>
          </p:nvCxnSpPr>
          <p:spPr>
            <a:xfrm>
              <a:off x="2901873" y="2220388"/>
              <a:ext cx="61916" cy="429031"/>
            </a:xfrm>
            <a:prstGeom prst="bentConnector3">
              <a:avLst>
                <a:gd name="adj1" fmla="val 376906"/>
              </a:avLst>
            </a:prstGeom>
            <a:ln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7" name="Connecteur : en angle 176">
              <a:extLst>
                <a:ext uri="{FF2B5EF4-FFF2-40B4-BE49-F238E27FC236}">
                  <a16:creationId xmlns:a16="http://schemas.microsoft.com/office/drawing/2014/main" id="{8D5AACC8-3057-C502-1EFE-E6665529C3EC}"/>
                </a:ext>
              </a:extLst>
            </p:cNvPr>
            <p:cNvCxnSpPr>
              <a:cxnSpLocks/>
              <a:stCxn id="95" idx="2"/>
              <a:endCxn id="127" idx="2"/>
            </p:cNvCxnSpPr>
            <p:nvPr/>
          </p:nvCxnSpPr>
          <p:spPr>
            <a:xfrm rot="10800000">
              <a:off x="1938889" y="2933152"/>
              <a:ext cx="1619514" cy="224095"/>
            </a:xfrm>
            <a:prstGeom prst="bentConnector3">
              <a:avLst>
                <a:gd name="adj1" fmla="val 110587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3" name="Connecteur : en angle 182">
              <a:extLst>
                <a:ext uri="{FF2B5EF4-FFF2-40B4-BE49-F238E27FC236}">
                  <a16:creationId xmlns:a16="http://schemas.microsoft.com/office/drawing/2014/main" id="{1D9D1B8D-AEFF-8819-86F9-8289308F46F6}"/>
                </a:ext>
              </a:extLst>
            </p:cNvPr>
            <p:cNvCxnSpPr>
              <a:cxnSpLocks/>
              <a:stCxn id="96" idx="2"/>
              <a:endCxn id="129" idx="2"/>
            </p:cNvCxnSpPr>
            <p:nvPr/>
          </p:nvCxnSpPr>
          <p:spPr>
            <a:xfrm rot="10800000">
              <a:off x="1938891" y="2737070"/>
              <a:ext cx="1619513" cy="495107"/>
            </a:xfrm>
            <a:prstGeom prst="bentConnector3">
              <a:avLst>
                <a:gd name="adj1" fmla="val 113822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Connecteur : en angle 186">
              <a:extLst>
                <a:ext uri="{FF2B5EF4-FFF2-40B4-BE49-F238E27FC236}">
                  <a16:creationId xmlns:a16="http://schemas.microsoft.com/office/drawing/2014/main" id="{6523C3A4-3A18-B88E-44D6-FCE7D4693BD3}"/>
                </a:ext>
              </a:extLst>
            </p:cNvPr>
            <p:cNvCxnSpPr>
              <a:cxnSpLocks/>
              <a:stCxn id="85" idx="6"/>
              <a:endCxn id="133" idx="2"/>
            </p:cNvCxnSpPr>
            <p:nvPr/>
          </p:nvCxnSpPr>
          <p:spPr>
            <a:xfrm flipH="1" flipV="1">
              <a:off x="1938890" y="2802106"/>
              <a:ext cx="2996294" cy="577262"/>
            </a:xfrm>
            <a:prstGeom prst="bentConnector5">
              <a:avLst>
                <a:gd name="adj1" fmla="val 104057"/>
                <a:gd name="adj2" fmla="val 50000"/>
                <a:gd name="adj3" fmla="val 104026"/>
              </a:avLst>
            </a:prstGeom>
            <a:ln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Connecteur : en angle 200">
              <a:extLst>
                <a:ext uri="{FF2B5EF4-FFF2-40B4-BE49-F238E27FC236}">
                  <a16:creationId xmlns:a16="http://schemas.microsoft.com/office/drawing/2014/main" id="{A61BBF14-70D0-003A-0369-A17FFEEACAB7}"/>
                </a:ext>
              </a:extLst>
            </p:cNvPr>
            <p:cNvCxnSpPr>
              <a:cxnSpLocks/>
              <a:stCxn id="82" idx="6"/>
              <a:endCxn id="34" idx="2"/>
            </p:cNvCxnSpPr>
            <p:nvPr/>
          </p:nvCxnSpPr>
          <p:spPr>
            <a:xfrm>
              <a:off x="4935184" y="3726165"/>
              <a:ext cx="891714" cy="634926"/>
            </a:xfrm>
            <a:prstGeom prst="bentConnector3">
              <a:avLst>
                <a:gd name="adj1" fmla="val 41188"/>
              </a:avLst>
            </a:prstGeom>
            <a:ln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4" name="Connecteur : en angle 203">
              <a:extLst>
                <a:ext uri="{FF2B5EF4-FFF2-40B4-BE49-F238E27FC236}">
                  <a16:creationId xmlns:a16="http://schemas.microsoft.com/office/drawing/2014/main" id="{B0609D44-6B10-9CA4-0041-D96B73FB7E5C}"/>
                </a:ext>
              </a:extLst>
            </p:cNvPr>
            <p:cNvCxnSpPr>
              <a:cxnSpLocks/>
              <a:stCxn id="32" idx="2"/>
              <a:endCxn id="96" idx="2"/>
            </p:cNvCxnSpPr>
            <p:nvPr/>
          </p:nvCxnSpPr>
          <p:spPr>
            <a:xfrm rot="10800000">
              <a:off x="3558404" y="3232175"/>
              <a:ext cx="2268495" cy="1065438"/>
            </a:xfrm>
            <a:prstGeom prst="bentConnector3">
              <a:avLst>
                <a:gd name="adj1" fmla="val 107558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Connecteur : en angle 208">
              <a:extLst>
                <a:ext uri="{FF2B5EF4-FFF2-40B4-BE49-F238E27FC236}">
                  <a16:creationId xmlns:a16="http://schemas.microsoft.com/office/drawing/2014/main" id="{5354CE34-6B13-F431-1EEF-004D348E4D2B}"/>
                </a:ext>
              </a:extLst>
            </p:cNvPr>
            <p:cNvCxnSpPr>
              <a:cxnSpLocks/>
              <a:stCxn id="24" idx="2"/>
              <a:endCxn id="80" idx="6"/>
            </p:cNvCxnSpPr>
            <p:nvPr/>
          </p:nvCxnSpPr>
          <p:spPr>
            <a:xfrm rot="10800000">
              <a:off x="4935184" y="3582580"/>
              <a:ext cx="891714" cy="418277"/>
            </a:xfrm>
            <a:prstGeom prst="bentConnector3">
              <a:avLst>
                <a:gd name="adj1" fmla="val 35847"/>
              </a:avLst>
            </a:prstGeom>
            <a:ln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Connecteur : en angle 211">
              <a:extLst>
                <a:ext uri="{FF2B5EF4-FFF2-40B4-BE49-F238E27FC236}">
                  <a16:creationId xmlns:a16="http://schemas.microsoft.com/office/drawing/2014/main" id="{994CCF82-C340-36C7-A4B7-CBADECB9CD2F}"/>
                </a:ext>
              </a:extLst>
            </p:cNvPr>
            <p:cNvCxnSpPr>
              <a:cxnSpLocks/>
              <a:stCxn id="13" idx="2"/>
              <a:endCxn id="81" idx="6"/>
            </p:cNvCxnSpPr>
            <p:nvPr/>
          </p:nvCxnSpPr>
          <p:spPr>
            <a:xfrm rot="10800000" flipV="1">
              <a:off x="4935185" y="3649961"/>
              <a:ext cx="891713" cy="127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17" name="Groupe 216">
              <a:extLst>
                <a:ext uri="{FF2B5EF4-FFF2-40B4-BE49-F238E27FC236}">
                  <a16:creationId xmlns:a16="http://schemas.microsoft.com/office/drawing/2014/main" id="{4A014C2B-BAD1-249A-58F8-1BD3E743857A}"/>
                </a:ext>
              </a:extLst>
            </p:cNvPr>
            <p:cNvGrpSpPr/>
            <p:nvPr/>
          </p:nvGrpSpPr>
          <p:grpSpPr>
            <a:xfrm>
              <a:off x="5826896" y="3227226"/>
              <a:ext cx="1112064" cy="207749"/>
              <a:chOff x="5424047" y="3904317"/>
              <a:chExt cx="1482752" cy="276999"/>
            </a:xfrm>
          </p:grpSpPr>
          <p:sp>
            <p:nvSpPr>
              <p:cNvPr id="218" name="ZoneTexte 217">
                <a:extLst>
                  <a:ext uri="{FF2B5EF4-FFF2-40B4-BE49-F238E27FC236}">
                    <a16:creationId xmlns:a16="http://schemas.microsoft.com/office/drawing/2014/main" id="{2E240B1C-66AF-9806-BBA5-54C34B93B328}"/>
                  </a:ext>
                </a:extLst>
              </p:cNvPr>
              <p:cNvSpPr txBox="1"/>
              <p:nvPr/>
            </p:nvSpPr>
            <p:spPr>
              <a:xfrm>
                <a:off x="5639974" y="3904317"/>
                <a:ext cx="126682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Alim 5V 2A</a:t>
                </a:r>
              </a:p>
            </p:txBody>
          </p:sp>
          <p:sp>
            <p:nvSpPr>
              <p:cNvPr id="219" name="Ellipse 218">
                <a:extLst>
                  <a:ext uri="{FF2B5EF4-FFF2-40B4-BE49-F238E27FC236}">
                    <a16:creationId xmlns:a16="http://schemas.microsoft.com/office/drawing/2014/main" id="{082A5662-B2BC-60D2-B1CC-0F58AFBE9BC7}"/>
                  </a:ext>
                </a:extLst>
              </p:cNvPr>
              <p:cNvSpPr/>
              <p:nvPr/>
            </p:nvSpPr>
            <p:spPr>
              <a:xfrm>
                <a:off x="5424047" y="3984771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20" name="ZoneTexte 219">
                <a:extLst>
                  <a:ext uri="{FF2B5EF4-FFF2-40B4-BE49-F238E27FC236}">
                    <a16:creationId xmlns:a16="http://schemas.microsoft.com/office/drawing/2014/main" id="{984A6339-7557-0554-36BB-F5E61943652D}"/>
                  </a:ext>
                </a:extLst>
              </p:cNvPr>
              <p:cNvSpPr txBox="1"/>
              <p:nvPr/>
            </p:nvSpPr>
            <p:spPr>
              <a:xfrm>
                <a:off x="5531254" y="3954745"/>
                <a:ext cx="3847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+</a:t>
                </a:r>
              </a:p>
            </p:txBody>
          </p:sp>
          <p:sp>
            <p:nvSpPr>
              <p:cNvPr id="221" name="Ellipse 220">
                <a:extLst>
                  <a:ext uri="{FF2B5EF4-FFF2-40B4-BE49-F238E27FC236}">
                    <a16:creationId xmlns:a16="http://schemas.microsoft.com/office/drawing/2014/main" id="{7208D014-4E39-9D30-A8E5-95742162C0C5}"/>
                  </a:ext>
                </a:extLst>
              </p:cNvPr>
              <p:cNvSpPr/>
              <p:nvPr/>
            </p:nvSpPr>
            <p:spPr>
              <a:xfrm>
                <a:off x="5424047" y="4069409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22" name="ZoneTexte 221">
                <a:extLst>
                  <a:ext uri="{FF2B5EF4-FFF2-40B4-BE49-F238E27FC236}">
                    <a16:creationId xmlns:a16="http://schemas.microsoft.com/office/drawing/2014/main" id="{7D3B2F06-40D6-D692-39B8-B02D08C9B05D}"/>
                  </a:ext>
                </a:extLst>
              </p:cNvPr>
              <p:cNvSpPr txBox="1"/>
              <p:nvPr/>
            </p:nvSpPr>
            <p:spPr>
              <a:xfrm>
                <a:off x="5531254" y="4039384"/>
                <a:ext cx="2351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-</a:t>
                </a:r>
              </a:p>
            </p:txBody>
          </p:sp>
        </p:grpSp>
        <p:cxnSp>
          <p:nvCxnSpPr>
            <p:cNvPr id="243" name="Connecteur : en angle 242">
              <a:extLst>
                <a:ext uri="{FF2B5EF4-FFF2-40B4-BE49-F238E27FC236}">
                  <a16:creationId xmlns:a16="http://schemas.microsoft.com/office/drawing/2014/main" id="{C45A8861-6B67-ABF4-113D-3728B18004D5}"/>
                </a:ext>
              </a:extLst>
            </p:cNvPr>
            <p:cNvCxnSpPr>
              <a:cxnSpLocks/>
              <a:stCxn id="78" idx="6"/>
              <a:endCxn id="229" idx="2"/>
            </p:cNvCxnSpPr>
            <p:nvPr/>
          </p:nvCxnSpPr>
          <p:spPr>
            <a:xfrm flipH="1" flipV="1">
              <a:off x="1938890" y="2867652"/>
              <a:ext cx="2996295" cy="577610"/>
            </a:xfrm>
            <a:prstGeom prst="bentConnector5">
              <a:avLst>
                <a:gd name="adj1" fmla="val 102467"/>
                <a:gd name="adj2" fmla="val 50000"/>
                <a:gd name="adj3" fmla="val 102543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6" name="Connecteur : en angle 255">
              <a:extLst>
                <a:ext uri="{FF2B5EF4-FFF2-40B4-BE49-F238E27FC236}">
                  <a16:creationId xmlns:a16="http://schemas.microsoft.com/office/drawing/2014/main" id="{EB1E0D4A-95B9-B6C1-AC7A-C1D872E0E499}"/>
                </a:ext>
              </a:extLst>
            </p:cNvPr>
            <p:cNvCxnSpPr>
              <a:cxnSpLocks/>
              <a:stCxn id="251" idx="2"/>
              <a:endCxn id="235" idx="6"/>
            </p:cNvCxnSpPr>
            <p:nvPr/>
          </p:nvCxnSpPr>
          <p:spPr>
            <a:xfrm rot="10800000">
              <a:off x="2963788" y="2937929"/>
              <a:ext cx="2867875" cy="1775340"/>
            </a:xfrm>
            <a:prstGeom prst="bentConnector3">
              <a:avLst>
                <a:gd name="adj1" fmla="val 96166"/>
              </a:avLst>
            </a:prstGeom>
            <a:ln>
              <a:solidFill>
                <a:srgbClr val="FF0000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0" name="Connecteur : en angle 259">
              <a:extLst>
                <a:ext uri="{FF2B5EF4-FFF2-40B4-BE49-F238E27FC236}">
                  <a16:creationId xmlns:a16="http://schemas.microsoft.com/office/drawing/2014/main" id="{1084209C-D56A-1DDE-BB48-911B23F6750B}"/>
                </a:ext>
              </a:extLst>
            </p:cNvPr>
            <p:cNvCxnSpPr>
              <a:cxnSpLocks/>
              <a:stCxn id="28" idx="2"/>
              <a:endCxn id="233" idx="6"/>
            </p:cNvCxnSpPr>
            <p:nvPr/>
          </p:nvCxnSpPr>
          <p:spPr>
            <a:xfrm rot="10800000">
              <a:off x="2963787" y="2874450"/>
              <a:ext cx="2863112" cy="1296206"/>
            </a:xfrm>
            <a:prstGeom prst="bentConnector3">
              <a:avLst>
                <a:gd name="adj1" fmla="val 94690"/>
              </a:avLst>
            </a:prstGeom>
            <a:ln>
              <a:solidFill>
                <a:srgbClr val="FF0000"/>
              </a:solidFill>
              <a:prstDash val="lg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4" name="Connecteur : en angle 263">
              <a:extLst>
                <a:ext uri="{FF2B5EF4-FFF2-40B4-BE49-F238E27FC236}">
                  <a16:creationId xmlns:a16="http://schemas.microsoft.com/office/drawing/2014/main" id="{32958D56-70DF-F07F-ED32-780065067655}"/>
                </a:ext>
              </a:extLst>
            </p:cNvPr>
            <p:cNvCxnSpPr>
              <a:cxnSpLocks/>
              <a:stCxn id="96" idx="2"/>
              <a:endCxn id="22" idx="2"/>
            </p:cNvCxnSpPr>
            <p:nvPr/>
          </p:nvCxnSpPr>
          <p:spPr>
            <a:xfrm rot="10800000" flipH="1" flipV="1">
              <a:off x="3558404" y="3232174"/>
              <a:ext cx="2268495" cy="705202"/>
            </a:xfrm>
            <a:prstGeom prst="bentConnector3">
              <a:avLst>
                <a:gd name="adj1" fmla="val -7558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1" name="Connecteur : en angle 270">
              <a:extLst>
                <a:ext uri="{FF2B5EF4-FFF2-40B4-BE49-F238E27FC236}">
                  <a16:creationId xmlns:a16="http://schemas.microsoft.com/office/drawing/2014/main" id="{C5E54059-E884-9EF6-0808-EF5A5E729A6D}"/>
                </a:ext>
              </a:extLst>
            </p:cNvPr>
            <p:cNvCxnSpPr>
              <a:cxnSpLocks/>
              <a:stCxn id="11" idx="2"/>
              <a:endCxn id="9" idx="2"/>
            </p:cNvCxnSpPr>
            <p:nvPr/>
          </p:nvCxnSpPr>
          <p:spPr>
            <a:xfrm rot="10800000">
              <a:off x="5826897" y="3523005"/>
              <a:ext cx="9525" cy="63479"/>
            </a:xfrm>
            <a:prstGeom prst="bentConnector3">
              <a:avLst>
                <a:gd name="adj1" fmla="val 550000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5" name="Connecteur : en angle 274">
              <a:extLst>
                <a:ext uri="{FF2B5EF4-FFF2-40B4-BE49-F238E27FC236}">
                  <a16:creationId xmlns:a16="http://schemas.microsoft.com/office/drawing/2014/main" id="{E8D3F89D-519A-E81A-12A7-97B838505AE0}"/>
                </a:ext>
              </a:extLst>
            </p:cNvPr>
            <p:cNvCxnSpPr>
              <a:cxnSpLocks/>
              <a:stCxn id="22" idx="2"/>
              <a:endCxn id="20" idx="1"/>
            </p:cNvCxnSpPr>
            <p:nvPr/>
          </p:nvCxnSpPr>
          <p:spPr>
            <a:xfrm rot="10800000" flipH="1">
              <a:off x="5826898" y="3861775"/>
              <a:ext cx="5467" cy="75602"/>
            </a:xfrm>
            <a:prstGeom prst="bentConnector4">
              <a:avLst>
                <a:gd name="adj1" fmla="val -4573673"/>
                <a:gd name="adj2" fmla="val 81444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Connecteur : en angle 279">
              <a:extLst>
                <a:ext uri="{FF2B5EF4-FFF2-40B4-BE49-F238E27FC236}">
                  <a16:creationId xmlns:a16="http://schemas.microsoft.com/office/drawing/2014/main" id="{C54C28CC-950B-C926-6E56-642D54205525}"/>
                </a:ext>
              </a:extLst>
            </p:cNvPr>
            <p:cNvCxnSpPr>
              <a:cxnSpLocks/>
              <a:stCxn id="253" idx="2"/>
              <a:endCxn id="9" idx="2"/>
            </p:cNvCxnSpPr>
            <p:nvPr/>
          </p:nvCxnSpPr>
          <p:spPr>
            <a:xfrm rot="10800000">
              <a:off x="5826896" y="3523006"/>
              <a:ext cx="4764" cy="1253743"/>
            </a:xfrm>
            <a:prstGeom prst="bentConnector3">
              <a:avLst>
                <a:gd name="adj1" fmla="val 5348347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5" name="Connecteur : en angle 284">
              <a:extLst>
                <a:ext uri="{FF2B5EF4-FFF2-40B4-BE49-F238E27FC236}">
                  <a16:creationId xmlns:a16="http://schemas.microsoft.com/office/drawing/2014/main" id="{D695E56D-D25B-71BB-26EA-89F205CD0B3A}"/>
                </a:ext>
              </a:extLst>
            </p:cNvPr>
            <p:cNvCxnSpPr>
              <a:cxnSpLocks/>
              <a:stCxn id="96" idx="2"/>
              <a:endCxn id="253" idx="2"/>
            </p:cNvCxnSpPr>
            <p:nvPr/>
          </p:nvCxnSpPr>
          <p:spPr>
            <a:xfrm rot="10800000" flipH="1" flipV="1">
              <a:off x="3558403" y="3232175"/>
              <a:ext cx="2273258" cy="1544573"/>
            </a:xfrm>
            <a:prstGeom prst="bentConnector3">
              <a:avLst>
                <a:gd name="adj1" fmla="val -7542"/>
              </a:avLst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0" name="Connecteur : en angle 289">
              <a:extLst>
                <a:ext uri="{FF2B5EF4-FFF2-40B4-BE49-F238E27FC236}">
                  <a16:creationId xmlns:a16="http://schemas.microsoft.com/office/drawing/2014/main" id="{3D36A0FC-5ACA-E936-1C31-BE6482BAC4BE}"/>
                </a:ext>
              </a:extLst>
            </p:cNvPr>
            <p:cNvCxnSpPr>
              <a:cxnSpLocks/>
              <a:stCxn id="30" idx="2"/>
              <a:endCxn id="253" idx="2"/>
            </p:cNvCxnSpPr>
            <p:nvPr/>
          </p:nvCxnSpPr>
          <p:spPr>
            <a:xfrm rot="10800000" flipH="1" flipV="1">
              <a:off x="5826899" y="4234135"/>
              <a:ext cx="4763" cy="542613"/>
            </a:xfrm>
            <a:prstGeom prst="bentConnector3">
              <a:avLst>
                <a:gd name="adj1" fmla="val -7650000"/>
              </a:avLst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3" name="Connecteur : en angle 292">
              <a:extLst>
                <a:ext uri="{FF2B5EF4-FFF2-40B4-BE49-F238E27FC236}">
                  <a16:creationId xmlns:a16="http://schemas.microsoft.com/office/drawing/2014/main" id="{A5F7F2D8-B805-716F-9DF3-D8CCBACAAF82}"/>
                </a:ext>
              </a:extLst>
            </p:cNvPr>
            <p:cNvCxnSpPr>
              <a:cxnSpLocks/>
              <a:stCxn id="18" idx="2"/>
              <a:endCxn id="316" idx="2"/>
            </p:cNvCxnSpPr>
            <p:nvPr/>
          </p:nvCxnSpPr>
          <p:spPr>
            <a:xfrm rot="10800000" flipH="1" flipV="1">
              <a:off x="5826899" y="3810420"/>
              <a:ext cx="4763" cy="730201"/>
            </a:xfrm>
            <a:prstGeom prst="bentConnector3">
              <a:avLst>
                <a:gd name="adj1" fmla="val -210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7" name="Connecteur : en angle 296">
              <a:extLst>
                <a:ext uri="{FF2B5EF4-FFF2-40B4-BE49-F238E27FC236}">
                  <a16:creationId xmlns:a16="http://schemas.microsoft.com/office/drawing/2014/main" id="{4E25E883-80D9-C0EF-DB94-B7E6A3F2C47F}"/>
                </a:ext>
              </a:extLst>
            </p:cNvPr>
            <p:cNvCxnSpPr>
              <a:cxnSpLocks/>
              <a:stCxn id="7" idx="2"/>
              <a:endCxn id="219" idx="2"/>
            </p:cNvCxnSpPr>
            <p:nvPr/>
          </p:nvCxnSpPr>
          <p:spPr>
            <a:xfrm rot="10800000">
              <a:off x="5826897" y="3304711"/>
              <a:ext cx="9525" cy="154817"/>
            </a:xfrm>
            <a:prstGeom prst="bentConnector3">
              <a:avLst>
                <a:gd name="adj1" fmla="val 1125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0" name="Connecteur : en angle 299">
              <a:extLst>
                <a:ext uri="{FF2B5EF4-FFF2-40B4-BE49-F238E27FC236}">
                  <a16:creationId xmlns:a16="http://schemas.microsoft.com/office/drawing/2014/main" id="{01B28225-59DD-B4B8-1BE9-4C83CF3939DC}"/>
                </a:ext>
              </a:extLst>
            </p:cNvPr>
            <p:cNvCxnSpPr>
              <a:cxnSpLocks/>
              <a:stCxn id="20" idx="2"/>
              <a:endCxn id="318" idx="2"/>
            </p:cNvCxnSpPr>
            <p:nvPr/>
          </p:nvCxnSpPr>
          <p:spPr>
            <a:xfrm rot="10800000" flipH="1" flipV="1">
              <a:off x="5826899" y="3873898"/>
              <a:ext cx="4763" cy="730201"/>
            </a:xfrm>
            <a:prstGeom prst="bentConnector3">
              <a:avLst>
                <a:gd name="adj1" fmla="val -36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5" name="Connecteur : en angle 304">
              <a:extLst>
                <a:ext uri="{FF2B5EF4-FFF2-40B4-BE49-F238E27FC236}">
                  <a16:creationId xmlns:a16="http://schemas.microsoft.com/office/drawing/2014/main" id="{E78AA198-92AB-6F83-1B01-6921D1F3D945}"/>
                </a:ext>
              </a:extLst>
            </p:cNvPr>
            <p:cNvCxnSpPr>
              <a:cxnSpLocks/>
              <a:stCxn id="9" idx="2"/>
              <a:endCxn id="221" idx="2"/>
            </p:cNvCxnSpPr>
            <p:nvPr/>
          </p:nvCxnSpPr>
          <p:spPr>
            <a:xfrm rot="10800000">
              <a:off x="5826897" y="3368189"/>
              <a:ext cx="9525" cy="154817"/>
            </a:xfrm>
            <a:prstGeom prst="bentConnector3">
              <a:avLst>
                <a:gd name="adj1" fmla="val 180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22" name="Groupe 321">
              <a:extLst>
                <a:ext uri="{FF2B5EF4-FFF2-40B4-BE49-F238E27FC236}">
                  <a16:creationId xmlns:a16="http://schemas.microsoft.com/office/drawing/2014/main" id="{D1EAD715-62F9-8138-19E2-F5816987DB9D}"/>
                </a:ext>
              </a:extLst>
            </p:cNvPr>
            <p:cNvGrpSpPr/>
            <p:nvPr/>
          </p:nvGrpSpPr>
          <p:grpSpPr>
            <a:xfrm>
              <a:off x="5831661" y="4465257"/>
              <a:ext cx="1633559" cy="378273"/>
              <a:chOff x="7451697" y="5369478"/>
              <a:chExt cx="2178078" cy="504364"/>
            </a:xfrm>
          </p:grpSpPr>
          <p:sp>
            <p:nvSpPr>
              <p:cNvPr id="250" name="ZoneTexte 249">
                <a:extLst>
                  <a:ext uri="{FF2B5EF4-FFF2-40B4-BE49-F238E27FC236}">
                    <a16:creationId xmlns:a16="http://schemas.microsoft.com/office/drawing/2014/main" id="{EFFE35DA-CD44-694B-EF0B-95ACC469C49E}"/>
                  </a:ext>
                </a:extLst>
              </p:cNvPr>
              <p:cNvSpPr txBox="1"/>
              <p:nvPr/>
            </p:nvSpPr>
            <p:spPr>
              <a:xfrm>
                <a:off x="7667624" y="5596844"/>
                <a:ext cx="1962151" cy="276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Alim 12V 2A</a:t>
                </a:r>
              </a:p>
            </p:txBody>
          </p:sp>
          <p:sp>
            <p:nvSpPr>
              <p:cNvPr id="251" name="Ellipse 250">
                <a:extLst>
                  <a:ext uri="{FF2B5EF4-FFF2-40B4-BE49-F238E27FC236}">
                    <a16:creationId xmlns:a16="http://schemas.microsoft.com/office/drawing/2014/main" id="{E6701728-BA12-5FB8-FEF6-A2445D62A98A}"/>
                  </a:ext>
                </a:extLst>
              </p:cNvPr>
              <p:cNvSpPr/>
              <p:nvPr/>
            </p:nvSpPr>
            <p:spPr>
              <a:xfrm>
                <a:off x="7451697" y="5677298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52" name="ZoneTexte 251">
                <a:extLst>
                  <a:ext uri="{FF2B5EF4-FFF2-40B4-BE49-F238E27FC236}">
                    <a16:creationId xmlns:a16="http://schemas.microsoft.com/office/drawing/2014/main" id="{AD84C622-5DD8-758A-3AD5-A0094921FF85}"/>
                  </a:ext>
                </a:extLst>
              </p:cNvPr>
              <p:cNvSpPr txBox="1"/>
              <p:nvPr/>
            </p:nvSpPr>
            <p:spPr>
              <a:xfrm>
                <a:off x="7558904" y="5647273"/>
                <a:ext cx="3847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+</a:t>
                </a:r>
              </a:p>
            </p:txBody>
          </p:sp>
          <p:sp>
            <p:nvSpPr>
              <p:cNvPr id="253" name="Ellipse 252">
                <a:extLst>
                  <a:ext uri="{FF2B5EF4-FFF2-40B4-BE49-F238E27FC236}">
                    <a16:creationId xmlns:a16="http://schemas.microsoft.com/office/drawing/2014/main" id="{EA5812DD-6C43-7824-FC35-27564D027494}"/>
                  </a:ext>
                </a:extLst>
              </p:cNvPr>
              <p:cNvSpPr/>
              <p:nvPr/>
            </p:nvSpPr>
            <p:spPr>
              <a:xfrm>
                <a:off x="7451697" y="5761936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254" name="ZoneTexte 253">
                <a:extLst>
                  <a:ext uri="{FF2B5EF4-FFF2-40B4-BE49-F238E27FC236}">
                    <a16:creationId xmlns:a16="http://schemas.microsoft.com/office/drawing/2014/main" id="{8AF1FAAB-1E56-DB56-FD02-215D68802FD0}"/>
                  </a:ext>
                </a:extLst>
              </p:cNvPr>
              <p:cNvSpPr txBox="1"/>
              <p:nvPr/>
            </p:nvSpPr>
            <p:spPr>
              <a:xfrm>
                <a:off x="7558904" y="5731911"/>
                <a:ext cx="2351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-</a:t>
                </a:r>
              </a:p>
            </p:txBody>
          </p:sp>
          <p:sp>
            <p:nvSpPr>
              <p:cNvPr id="315" name="ZoneTexte 314">
                <a:extLst>
                  <a:ext uri="{FF2B5EF4-FFF2-40B4-BE49-F238E27FC236}">
                    <a16:creationId xmlns:a16="http://schemas.microsoft.com/office/drawing/2014/main" id="{53F6E26C-3F76-3AC4-478A-358ECA823BE7}"/>
                  </a:ext>
                </a:extLst>
              </p:cNvPr>
              <p:cNvSpPr txBox="1"/>
              <p:nvPr/>
            </p:nvSpPr>
            <p:spPr>
              <a:xfrm>
                <a:off x="7654812" y="5369478"/>
                <a:ext cx="196215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fr-FR" sz="1350" dirty="0"/>
                  <a:t>5V 2A (carte)</a:t>
                </a:r>
              </a:p>
            </p:txBody>
          </p:sp>
          <p:sp>
            <p:nvSpPr>
              <p:cNvPr id="316" name="Ellipse 315">
                <a:extLst>
                  <a:ext uri="{FF2B5EF4-FFF2-40B4-BE49-F238E27FC236}">
                    <a16:creationId xmlns:a16="http://schemas.microsoft.com/office/drawing/2014/main" id="{DBD579F1-C1F6-ECCD-3C97-F02D3851DA2E}"/>
                  </a:ext>
                </a:extLst>
              </p:cNvPr>
              <p:cNvSpPr/>
              <p:nvPr/>
            </p:nvSpPr>
            <p:spPr>
              <a:xfrm>
                <a:off x="7451697" y="5447100"/>
                <a:ext cx="49770" cy="4571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317" name="ZoneTexte 316">
                <a:extLst>
                  <a:ext uri="{FF2B5EF4-FFF2-40B4-BE49-F238E27FC236}">
                    <a16:creationId xmlns:a16="http://schemas.microsoft.com/office/drawing/2014/main" id="{4BA9516F-F344-7BCC-BC14-0B46F7DB4A09}"/>
                  </a:ext>
                </a:extLst>
              </p:cNvPr>
              <p:cNvSpPr txBox="1"/>
              <p:nvPr/>
            </p:nvSpPr>
            <p:spPr>
              <a:xfrm>
                <a:off x="7558904" y="5417074"/>
                <a:ext cx="3847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+</a:t>
                </a:r>
              </a:p>
            </p:txBody>
          </p:sp>
          <p:sp>
            <p:nvSpPr>
              <p:cNvPr id="318" name="Ellipse 317">
                <a:extLst>
                  <a:ext uri="{FF2B5EF4-FFF2-40B4-BE49-F238E27FC236}">
                    <a16:creationId xmlns:a16="http://schemas.microsoft.com/office/drawing/2014/main" id="{3E86E9D9-0170-A412-4F0E-28CD4AFD2E49}"/>
                  </a:ext>
                </a:extLst>
              </p:cNvPr>
              <p:cNvSpPr/>
              <p:nvPr/>
            </p:nvSpPr>
            <p:spPr>
              <a:xfrm>
                <a:off x="7451697" y="5531738"/>
                <a:ext cx="49770" cy="45719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319" name="ZoneTexte 318">
                <a:extLst>
                  <a:ext uri="{FF2B5EF4-FFF2-40B4-BE49-F238E27FC236}">
                    <a16:creationId xmlns:a16="http://schemas.microsoft.com/office/drawing/2014/main" id="{F7D76C75-FF5D-0087-013A-392AB8D76D59}"/>
                  </a:ext>
                </a:extLst>
              </p:cNvPr>
              <p:cNvSpPr txBox="1"/>
              <p:nvPr/>
            </p:nvSpPr>
            <p:spPr>
              <a:xfrm>
                <a:off x="7558904" y="5501713"/>
                <a:ext cx="23512" cy="923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450" dirty="0"/>
                  <a:t>-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5192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408</TotalTime>
  <Words>81</Words>
  <Application>Microsoft Office PowerPoint</Application>
  <PresentationFormat>Format A4 (210 x 297 mm)</PresentationFormat>
  <Paragraphs>51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Jérôme Jossent</dc:creator>
  <cp:lastModifiedBy>Jérôme Jossent</cp:lastModifiedBy>
  <cp:revision>4</cp:revision>
  <cp:lastPrinted>2026-04-28T11:19:51Z</cp:lastPrinted>
  <dcterms:created xsi:type="dcterms:W3CDTF">2026-04-28T09:36:06Z</dcterms:created>
  <dcterms:modified xsi:type="dcterms:W3CDTF">2026-04-28T16:25:03Z</dcterms:modified>
</cp:coreProperties>
</file>